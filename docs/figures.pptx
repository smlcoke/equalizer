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085" r:id="rId2"/>
    <p:sldId id="2083" r:id="rId3"/>
    <p:sldId id="2088" r:id="rId4"/>
    <p:sldId id="2084" r:id="rId5"/>
    <p:sldId id="2110" r:id="rId6"/>
    <p:sldId id="2089" r:id="rId7"/>
    <p:sldId id="2092" r:id="rId8"/>
    <p:sldId id="2090" r:id="rId9"/>
    <p:sldId id="2111" r:id="rId10"/>
    <p:sldId id="2093" r:id="rId11"/>
    <p:sldId id="2094" r:id="rId12"/>
    <p:sldId id="2095" r:id="rId13"/>
    <p:sldId id="2096" r:id="rId14"/>
    <p:sldId id="2097" r:id="rId15"/>
    <p:sldId id="2098" r:id="rId16"/>
    <p:sldId id="2099" r:id="rId17"/>
    <p:sldId id="2100" r:id="rId18"/>
    <p:sldId id="2101" r:id="rId19"/>
    <p:sldId id="2102" r:id="rId20"/>
    <p:sldId id="2103" r:id="rId21"/>
    <p:sldId id="2104" r:id="rId22"/>
    <p:sldId id="2107" r:id="rId23"/>
    <p:sldId id="2108" r:id="rId24"/>
    <p:sldId id="2109" r:id="rId25"/>
    <p:sldId id="2115" r:id="rId26"/>
    <p:sldId id="2087" r:id="rId27"/>
    <p:sldId id="2112" r:id="rId28"/>
    <p:sldId id="2113" r:id="rId29"/>
    <p:sldId id="211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A8C92A-590E-EFA5-082C-F7E5DEBAAAAD}" name="峻 冯" initials="峻冯" userId="f3eba0f4a13e29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A8283-D08B-409B-AD5C-602AE265B40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566BB-EC82-4998-ABD4-AECAB69100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7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5FDB-8BC7-A0E6-9D01-2AE33FFE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0A0CFC-77BB-6E97-E4F1-4A8D29DEF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B9FF24-DE5B-234D-3419-FF4926034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1D0EE-0E6B-53F7-91EE-88ECA2ABD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9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A122-7F28-C102-223D-A04180CE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4BB797-A05D-268F-1378-AFA7B2346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7C2376-F67B-4D19-EC10-EA536D90A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E676B8-37E5-3C0B-2ABC-43E462747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473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6BC5-B313-87C3-09E8-3FE07450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5CF5C5-6656-EBE0-390C-53F2ADA1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AFC38C-1F39-A1E8-16BA-980ECE301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102001-6E10-D6F5-A6D5-35D4B2BDF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82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5D29-A30F-C175-077F-B6ABA3CCD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8B51A7-AE65-E3B1-7CD7-E6C43A24B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7332F-A85B-8362-3DDB-D729B240D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03001F-3CCE-3244-D544-A74B51F13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14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548D-6B3C-A398-9EAD-7F5C7FB2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C5CAA6-A760-E91E-AB74-11DFAF771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DCFFFC-29C5-6A76-C69C-D372B5BDE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B14773-08D7-AE02-6D6A-8D58F3CD6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131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83F5-BE43-F0C2-A765-27E125CC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C773FA-B6C0-58F7-C25A-E64D3F5B2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79612E-0348-A4AF-8571-92C86CDDC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4058E-827B-B00D-BB40-F957DB8A8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730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298A-3396-B4AF-DBAD-F4E70823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BA166E-6F97-B6D2-F1A0-609CEDFF6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6491E1-5151-D6EB-8B85-5F594F281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8A8312-B07B-D987-04D7-423AD7B64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53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FB30-7D06-D937-D11D-2B57A763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540FF9-A287-4CDF-DB58-D62F4D8BF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0E98C1-00BE-12B4-2500-B6C474F45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61A80-D3C3-9D62-724E-3C406F1A9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17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8FED-442F-7496-FC6A-61209933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72D0AB-7F87-EE76-78A7-667EBA854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13F472-2F82-64F7-4FE3-B0D74739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C847E-0082-E1A9-0B30-E2A74DF64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914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C685-E5E7-0BB2-74E7-3BB93ADA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D1AF40-EB82-399B-1D24-0647D5FE2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1E2C7E-B2C1-8FA9-7F74-057D57F74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E7345-021F-B559-6E29-D1F7B5D2B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128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998E6-B01B-DBBE-D54C-727CBA80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C9720-99DD-00E3-9EE9-CEA51EE64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F0B315-1165-2B4B-80F6-200FB04FA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BFBF7-8E55-6512-3DB6-487BD1081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543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4BF5-A960-CD59-2CB6-B518CD99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ADA4E8-F9AB-399B-1303-D662962D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171FD8-5817-0C58-C3B1-901F3B431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48FBBE-3A1D-4E39-0800-994EFAC29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848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325A-07BC-936A-1436-C225864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026856-2ADE-67DC-2EF0-CEA681D2F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5A4232-57D8-FBDD-D1DE-36C031F6A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74470A-6D78-C613-88C7-E7EE86AF7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334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0CCD-3BFE-5016-9837-C00A75A2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F7C05B-ACAD-687B-8155-6BC401DCE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42FCE-4F9C-0865-F4EB-2D1DB09F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F91E2-9955-8442-77FA-2F173A680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587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0019-5AA1-2331-4990-36C3A73D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84AA48-CCA6-2EDC-1F84-103AC42C3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E89965-7E94-29D0-F113-31F9177C2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C79BC1-ABD2-D8AD-D570-F00C3E485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22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D1BA-BBAD-16DB-D24B-F26351B9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08714A-78E9-3F52-3AF0-6423BB91D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F21806-2079-B975-B364-9ACABE43C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24C1B3-16BC-3EB5-7A63-D92C7DFB8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95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84B6-AFCF-3969-CCD9-CEC3CBFC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29585-AF3D-0CA3-9C06-5ADBAA2A7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C5BCCA-B337-3BAC-A1C8-2261030E5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7308A-CC56-4D22-4180-86D05ED90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7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EF35-BC7D-A5CF-149E-888D6472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B28C45-D4F2-EC2C-3557-A02191050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809D57-448A-2565-1871-41E4C54A9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A98FBA-9A5E-9852-ED1F-49B437ECE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64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A881-520C-F01A-1DC0-12A351E2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0EB26D-CD9E-EA3C-0B59-49C331640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C3E63E-49A9-B418-C33A-4033AD7F9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0C236-901F-A603-E5B3-5E6F488CA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489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0F48-E3AC-73C0-94C8-34725C0E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DC549-FF62-3F84-F89B-E9D2DDB04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6DB1CE-C5EC-311A-6900-EED8D916A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CAE3AE-F46A-30C3-1C5E-A526471F5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129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3B42-FA8D-175C-101B-30051D13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60AA9C-44A7-DAF8-A7F3-D16BEF74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D6EF13-A458-13EF-A314-9BDD47661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CED6E1-B673-FDE7-86EB-A09780479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51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A500-5739-2EBA-DC24-CCCBB560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7046D9-27D3-10C0-6BD9-70297DD13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1201AB-DB5D-16A9-C92A-0CF3E8E72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067E1C-0971-2D3C-83E1-18F02E1BD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072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FE4F-07E1-1D7F-538F-58ADCF1D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45A0C2-50FE-F7C0-AF7D-1844C64F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119243-075A-D0FC-B12A-5F3EABD48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88E4BA-8E58-71D6-CF3B-0A6D981CE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786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13D4-DB1A-281D-42DF-311AB201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648A31-27CF-4376-871C-3DBB07468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AF73DF-9B26-B866-EAF4-1600DC850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7A307-2902-1EC8-D3C9-9B66B32A2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91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3A41-4B88-C366-E835-2DCFA49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5D6158-1A94-4225-1C39-959C70F9F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6E5872-69A2-D789-E82A-54053507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83BC9-3532-7464-1D0A-F57E44432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260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E588-B8F5-0687-CFB5-57A8FAA7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F677E9-DA90-5AEE-45F4-52BF07E12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668FB1-F82C-52C4-EBD7-AD5ACF65D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CB4164-1CAA-3676-F197-15928AF0D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78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AACD-61C6-EBFA-8D24-1BC61B71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571A18-7493-80F2-0FE1-D9CC615C6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FAB033-5455-6C1F-024D-10BC099B5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70039B-F706-1F3E-5250-DCD8610CB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407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5A1F8-0C3D-37FB-3376-AABA64DD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412450-C783-BE85-11C0-A9C0B9686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560902-D15D-8CF5-FC48-3873AD8A0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586B47-2A67-1945-4BDB-38F043DDD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960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97EE-7D3E-1584-E2FE-5B4FABDE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BDD368-4799-A036-10DC-2BCE618F1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1144E2-AA0F-F567-8592-7E7C71805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逻辑综合中多路选择器（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）电路的优化方法很大程度上影响了芯片的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PPAC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指标。一般情况下，优化方法是将多类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语句进行统一的结构变换，转换成类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语句进行处理。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/>
              <a:t>添加</a:t>
            </a:r>
            <a:r>
              <a:rPr lang="en-US" altLang="zh-CN" dirty="0"/>
              <a:t>K</a:t>
            </a:r>
            <a:r>
              <a:rPr lang="zh-CN" altLang="en-US" dirty="0"/>
              <a:t>，图更新，左右对应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8A52A-D612-309B-DD2E-5FE91C460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F4EB5-508B-4313-9746-AA42CABCF3F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150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D8788-E34C-4918-BB98-F85941E56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79359A-E545-424F-8068-DF38D6166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08CB2A-0F83-436A-8C04-9B6A4218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592349-39C9-4865-8337-2ECDE475C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3018EE-09ED-4D55-BE7E-57BA8FA1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75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E7118-3AF7-4A5C-9B1D-9E486CE4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B511C2-6DA1-4E2C-B5C8-0C595B223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3E5E7-A773-4FA4-B6F1-539103DB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BAA426-EE2D-49F9-BC25-6447886B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1E445-A34E-461F-9EFD-CE902836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5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6CF2C-6FA3-4884-8FB4-9FB19B40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9B991B-998C-415C-A8E0-40A6FF36B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03BB1-F8CD-4BAC-B61A-A7DE6ADE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E1AC3-704B-44BE-87FC-BCEE2F2F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7CC2D-00F9-4CAC-ABCD-A0D756BF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9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F1E68-B8F5-41D1-98DC-D14E7624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56616-2F58-45CD-8548-0FBB91E28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E9AC79-7935-4824-85D3-F3B7F45A0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B7592A-4F9C-4401-AD93-0F94D431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858F0-4C64-4BBD-A0F6-60CEB0B4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BA518-514B-4E95-B8C5-9D508CF8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54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2FC0B-758E-4B29-AF51-07156A16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255E8D-BB58-49A2-B148-A1675EB8A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BFE19C-6A7D-4518-BB78-063EDAEEA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2CC687-CD48-40D8-B594-F45C83218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A83309-2B5B-47A9-881F-231900C3F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CD203F-12EE-4B39-9984-06B74AF6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0365C0-EF86-49FB-8FDD-1A9C33FA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8D4578-CC8E-472E-95A4-B01EA98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90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BAEB1-6289-45EF-B9E7-15BAB3BA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DB5E3C-0E4E-4732-BDAD-3225E6EE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EFA17C-00F3-429B-A17D-FCFDD481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40A8D4-8329-46E6-BA3B-1A85C413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13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B1F85C-B03B-441D-8B6E-FDFD4B91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3B5061-CF03-48FF-B633-44B90F71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137F39-6D4B-4301-8214-5AC513AE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31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1441-6037-4A1B-BCA2-3D4A304D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B7F440-8251-4861-8446-8D6D13CA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F72777-CDCB-443F-9484-33E3477AC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DBA39-7596-4FC5-BCB7-89C9A758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407F18-B491-4536-86B0-8689905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CB964-551C-40CC-AB43-E6D5B28D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6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70FA8-C004-4012-87A2-9DC3F820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0CFDFE-2202-4CF8-8492-253443844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FCD42F-71AF-4BD1-9D90-0E3EFA2C1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EE9A86-33F3-487C-A5D5-6FD27150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734C77-140B-46CB-A902-82435274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3D87A7-BCF5-4116-929A-D30AD821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6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A30A9-2E66-4C89-8E0E-10D6ABDB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E87FDC-CF87-46A8-B3B0-28BD9BA92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F982E-0422-4700-9214-B234F461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F2EDFC-C9E0-4C91-BEF3-441F842C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CF756-FF4F-4BBB-BD48-00C0BA91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30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B938DD-6BAB-42CA-804D-35E1B71E0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E71D26-699B-44A7-B4E0-44DA53356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938B4-CE44-471D-A41C-9A104FE0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C3441-E237-450E-9EA9-C369ADA6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B1445C-76CA-45F6-B831-63ABA2A5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527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FA4A64DE-B8B7-441D-B418-A20CC0AB07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1" y="236419"/>
            <a:ext cx="670623" cy="65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045A1DA3-E987-4494-BA9A-0A24C27B7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3"/>
            <a:ext cx="10972800" cy="52382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  <a:defRPr lang="en-US" altLang="zh-CN" sz="3200" kern="1200" dirty="0">
                <a:solidFill>
                  <a:srgbClr val="003E9A"/>
                </a:solidFill>
                <a:latin typeface="Calibri" panose="020F0502020204030204" pitchFamily="34" charset="0"/>
                <a:ea typeface="SimHei" panose="02010609060101010101" pitchFamily="49" charset="-122"/>
                <a:cs typeface="+mn-cs"/>
              </a:defRPr>
            </a:lvl1pPr>
            <a:lvl2pPr marL="9144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lang="en-US" altLang="zh-CN" sz="3200" kern="1200" dirty="0">
                <a:solidFill>
                  <a:srgbClr val="003E9A"/>
                </a:solidFill>
                <a:latin typeface="Calibri" panose="020F0502020204030204" pitchFamily="34" charset="0"/>
                <a:ea typeface="SimHei" panose="02010609060101010101" pitchFamily="49" charset="-122"/>
                <a:cs typeface="+mn-cs"/>
              </a:defRPr>
            </a:lvl2pPr>
            <a:lvl3pPr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defRPr lang="en-US" altLang="zh-CN" sz="3200" kern="1200" dirty="0">
                <a:solidFill>
                  <a:srgbClr val="003E9A"/>
                </a:solidFill>
                <a:latin typeface="Calibri" panose="020F0502020204030204" pitchFamily="34" charset="0"/>
                <a:ea typeface="SimHei" panose="02010609060101010101" pitchFamily="49" charset="-122"/>
                <a:cs typeface="+mn-cs"/>
              </a:defRPr>
            </a:lvl3pPr>
            <a:lvl4pPr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defRPr lang="en-US" altLang="zh-CN" sz="3200" kern="1200" dirty="0">
                <a:solidFill>
                  <a:srgbClr val="003E9A"/>
                </a:solidFill>
                <a:latin typeface="Calibri" panose="020F0502020204030204" pitchFamily="34" charset="0"/>
                <a:ea typeface="SimHei" panose="02010609060101010101" pitchFamily="49" charset="-122"/>
                <a:cs typeface="+mn-cs"/>
              </a:defRPr>
            </a:lvl4pPr>
            <a:lvl5pPr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defRPr lang="zh-CN" altLang="en-US" sz="3200" kern="1200" dirty="0">
                <a:solidFill>
                  <a:srgbClr val="003E9A"/>
                </a:solidFill>
                <a:latin typeface="Calibri" panose="020F0502020204030204" pitchFamily="34" charset="0"/>
                <a:ea typeface="SimHei" panose="02010609060101010101" pitchFamily="49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7389F92-6020-4D28-9902-5A5700B1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488" y="144492"/>
            <a:ext cx="10221912" cy="7451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2AA7E4B-34C6-4AF5-807D-21BD88E16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0567" y="6570664"/>
            <a:ext cx="745067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5356B1E-B159-40D5-AF70-1DC54B0D1CE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83020E4E-FAFE-4B59-BA96-EF0E57DE0D58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461433" y="970264"/>
            <a:ext cx="11263251" cy="0"/>
          </a:xfrm>
          <a:prstGeom prst="line">
            <a:avLst/>
          </a:prstGeom>
          <a:noFill/>
          <a:ln w="15875">
            <a:solidFill>
              <a:srgbClr val="0033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072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CB9F3-FD5B-419D-AAAB-C1DD4881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9E4DD8-D55C-4D54-B9BA-9B971CA9B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3F118-B228-4973-88BE-EC2036B6C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CB723-96F2-4E73-B7AA-A29DAB914D0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534607-6F9C-4725-AC85-D361330A4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7B38B0-BBE3-4107-B63F-2A4EB83CE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98253-B4F8-4E21-A234-34EEB7B8D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40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3.png"/><Relationship Id="rId21" Type="http://schemas.openxmlformats.org/officeDocument/2006/relationships/image" Target="../media/image37.png"/><Relationship Id="rId7" Type="http://schemas.openxmlformats.org/officeDocument/2006/relationships/image" Target="../media/image8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40.png"/><Relationship Id="rId5" Type="http://schemas.openxmlformats.org/officeDocument/2006/relationships/image" Target="../media/image6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11.png"/><Relationship Id="rId19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.png"/><Relationship Id="rId21" Type="http://schemas.openxmlformats.org/officeDocument/2006/relationships/image" Target="../media/image5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56.png"/><Relationship Id="rId5" Type="http://schemas.openxmlformats.org/officeDocument/2006/relationships/image" Target="../media/image5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10.png"/><Relationship Id="rId19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9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.png"/><Relationship Id="rId21" Type="http://schemas.openxmlformats.org/officeDocument/2006/relationships/image" Target="../media/image5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56.png"/><Relationship Id="rId5" Type="http://schemas.openxmlformats.org/officeDocument/2006/relationships/image" Target="../media/image5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1.png"/><Relationship Id="rId10" Type="http://schemas.openxmlformats.org/officeDocument/2006/relationships/image" Target="../media/image10.png"/><Relationship Id="rId19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9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.png"/><Relationship Id="rId4" Type="http://schemas.openxmlformats.org/officeDocument/2006/relationships/image" Target="../media/image4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60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450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0.png"/><Relationship Id="rId11" Type="http://schemas.openxmlformats.org/officeDocument/2006/relationships/image" Target="../media/image64.png"/><Relationship Id="rId5" Type="http://schemas.openxmlformats.org/officeDocument/2006/relationships/image" Target="../media/image520.png"/><Relationship Id="rId10" Type="http://schemas.openxmlformats.org/officeDocument/2006/relationships/image" Target="../media/image570.png"/><Relationship Id="rId4" Type="http://schemas.openxmlformats.org/officeDocument/2006/relationships/image" Target="../media/image510.png"/><Relationship Id="rId9" Type="http://schemas.openxmlformats.org/officeDocument/2006/relationships/image" Target="../media/image5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580.png"/><Relationship Id="rId7" Type="http://schemas.openxmlformats.org/officeDocument/2006/relationships/image" Target="../media/image5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0.png"/><Relationship Id="rId11" Type="http://schemas.openxmlformats.org/officeDocument/2006/relationships/image" Target="../media/image65.png"/><Relationship Id="rId5" Type="http://schemas.openxmlformats.org/officeDocument/2006/relationships/image" Target="../media/image600.png"/><Relationship Id="rId10" Type="http://schemas.openxmlformats.org/officeDocument/2006/relationships/image" Target="../media/image450.png"/><Relationship Id="rId4" Type="http://schemas.openxmlformats.org/officeDocument/2006/relationships/image" Target="../media/image590.png"/><Relationship Id="rId9" Type="http://schemas.openxmlformats.org/officeDocument/2006/relationships/image" Target="../media/image5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630.png"/><Relationship Id="rId7" Type="http://schemas.openxmlformats.org/officeDocument/2006/relationships/image" Target="../media/image610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0.png"/><Relationship Id="rId11" Type="http://schemas.openxmlformats.org/officeDocument/2006/relationships/image" Target="../media/image650.png"/><Relationship Id="rId5" Type="http://schemas.openxmlformats.org/officeDocument/2006/relationships/image" Target="../media/image520.png"/><Relationship Id="rId10" Type="http://schemas.openxmlformats.org/officeDocument/2006/relationships/image" Target="../media/image550.png"/><Relationship Id="rId4" Type="http://schemas.openxmlformats.org/officeDocument/2006/relationships/image" Target="../media/image640.png"/><Relationship Id="rId9" Type="http://schemas.openxmlformats.org/officeDocument/2006/relationships/image" Target="../media/image4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0.png"/><Relationship Id="rId7" Type="http://schemas.openxmlformats.org/officeDocument/2006/relationships/image" Target="../media/image68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0.png"/><Relationship Id="rId11" Type="http://schemas.openxmlformats.org/officeDocument/2006/relationships/image" Target="../media/image70.png"/><Relationship Id="rId5" Type="http://schemas.openxmlformats.org/officeDocument/2006/relationships/image" Target="../media/image450.png"/><Relationship Id="rId10" Type="http://schemas.openxmlformats.org/officeDocument/2006/relationships/image" Target="../media/image480.png"/><Relationship Id="rId4" Type="http://schemas.openxmlformats.org/officeDocument/2006/relationships/image" Target="../media/image67.png"/><Relationship Id="rId9" Type="http://schemas.openxmlformats.org/officeDocument/2006/relationships/image" Target="../media/image6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7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0.png"/><Relationship Id="rId11" Type="http://schemas.openxmlformats.org/officeDocument/2006/relationships/image" Target="../media/image75.png"/><Relationship Id="rId5" Type="http://schemas.openxmlformats.org/officeDocument/2006/relationships/image" Target="../media/image450.png"/><Relationship Id="rId10" Type="http://schemas.openxmlformats.org/officeDocument/2006/relationships/image" Target="../media/image74.png"/><Relationship Id="rId4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750.png"/><Relationship Id="rId7" Type="http://schemas.openxmlformats.org/officeDocument/2006/relationships/image" Target="../media/image480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0.png"/><Relationship Id="rId11" Type="http://schemas.openxmlformats.org/officeDocument/2006/relationships/image" Target="../media/image78.png"/><Relationship Id="rId5" Type="http://schemas.openxmlformats.org/officeDocument/2006/relationships/image" Target="../media/image450.png"/><Relationship Id="rId10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5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86.png"/><Relationship Id="rId3" Type="http://schemas.openxmlformats.org/officeDocument/2006/relationships/image" Target="../media/image790.png"/><Relationship Id="rId7" Type="http://schemas.openxmlformats.org/officeDocument/2006/relationships/image" Target="../media/image61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0.png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0" Type="http://schemas.openxmlformats.org/officeDocument/2006/relationships/image" Target="../media/image83.png"/><Relationship Id="rId4" Type="http://schemas.openxmlformats.org/officeDocument/2006/relationships/image" Target="../media/image80.png"/><Relationship Id="rId9" Type="http://schemas.openxmlformats.org/officeDocument/2006/relationships/image" Target="../media/image82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2.png"/><Relationship Id="rId3" Type="http://schemas.openxmlformats.org/officeDocument/2006/relationships/image" Target="../media/image87.png"/><Relationship Id="rId7" Type="http://schemas.openxmlformats.org/officeDocument/2006/relationships/image" Target="../media/image610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0.png"/><Relationship Id="rId11" Type="http://schemas.openxmlformats.org/officeDocument/2006/relationships/image" Target="../media/image90.png"/><Relationship Id="rId5" Type="http://schemas.openxmlformats.org/officeDocument/2006/relationships/image" Target="../media/image570.png"/><Relationship Id="rId15" Type="http://schemas.openxmlformats.org/officeDocument/2006/relationships/image" Target="../media/image63.png"/><Relationship Id="rId10" Type="http://schemas.openxmlformats.org/officeDocument/2006/relationships/image" Target="../media/image89.png"/><Relationship Id="rId4" Type="http://schemas.openxmlformats.org/officeDocument/2006/relationships/image" Target="../media/image81.png"/><Relationship Id="rId9" Type="http://schemas.openxmlformats.org/officeDocument/2006/relationships/image" Target="../media/image88.png"/><Relationship Id="rId14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0.png"/><Relationship Id="rId11" Type="http://schemas.openxmlformats.org/officeDocument/2006/relationships/image" Target="../media/image96.png"/><Relationship Id="rId5" Type="http://schemas.openxmlformats.org/officeDocument/2006/relationships/image" Target="../media/image570.png"/><Relationship Id="rId10" Type="http://schemas.openxmlformats.org/officeDocument/2006/relationships/image" Target="../media/image95.png"/><Relationship Id="rId4" Type="http://schemas.openxmlformats.org/officeDocument/2006/relationships/image" Target="../media/image550.png"/><Relationship Id="rId9" Type="http://schemas.openxmlformats.org/officeDocument/2006/relationships/image" Target="../media/image94.png"/><Relationship Id="rId1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65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8.png"/><Relationship Id="rId9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10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66.png"/><Relationship Id="rId10" Type="http://schemas.openxmlformats.org/officeDocument/2006/relationships/image" Target="../media/image112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Relationship Id="rId14" Type="http://schemas.openxmlformats.org/officeDocument/2006/relationships/image" Target="../media/image10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71.png"/><Relationship Id="rId3" Type="http://schemas.openxmlformats.org/officeDocument/2006/relationships/image" Target="../media/image99.png"/><Relationship Id="rId7" Type="http://schemas.openxmlformats.org/officeDocument/2006/relationships/image" Target="../media/image113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png"/><Relationship Id="rId11" Type="http://schemas.openxmlformats.org/officeDocument/2006/relationships/image" Target="../media/image115.png"/><Relationship Id="rId5" Type="http://schemas.openxmlformats.org/officeDocument/2006/relationships/image" Target="../media/image106.png"/><Relationship Id="rId10" Type="http://schemas.openxmlformats.org/officeDocument/2006/relationships/image" Target="../media/image98.png"/><Relationship Id="rId4" Type="http://schemas.openxmlformats.org/officeDocument/2006/relationships/image" Target="../media/image105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17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png"/><Relationship Id="rId11" Type="http://schemas.openxmlformats.org/officeDocument/2006/relationships/image" Target="../media/image119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98.png"/><Relationship Id="rId9" Type="http://schemas.openxmlformats.org/officeDocument/2006/relationships/image" Target="../media/image1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79.png"/><Relationship Id="rId3" Type="http://schemas.openxmlformats.org/officeDocument/2006/relationships/image" Target="../media/image99.png"/><Relationship Id="rId7" Type="http://schemas.openxmlformats.org/officeDocument/2006/relationships/image" Target="../media/image121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11" Type="http://schemas.openxmlformats.org/officeDocument/2006/relationships/image" Target="../media/image122.png"/><Relationship Id="rId5" Type="http://schemas.openxmlformats.org/officeDocument/2006/relationships/image" Target="../media/image101.png"/><Relationship Id="rId10" Type="http://schemas.openxmlformats.org/officeDocument/2006/relationships/image" Target="../media/image119.png"/><Relationship Id="rId4" Type="http://schemas.openxmlformats.org/officeDocument/2006/relationships/image" Target="../media/image106.png"/><Relationship Id="rId9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29.png"/><Relationship Id="rId3" Type="http://schemas.openxmlformats.org/officeDocument/2006/relationships/image" Target="../media/image123.png"/><Relationship Id="rId7" Type="http://schemas.openxmlformats.org/officeDocument/2006/relationships/image" Target="../media/image100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25.png"/><Relationship Id="rId15" Type="http://schemas.openxmlformats.org/officeDocument/2006/relationships/image" Target="../media/image62.png"/><Relationship Id="rId10" Type="http://schemas.openxmlformats.org/officeDocument/2006/relationships/image" Target="../media/image115.png"/><Relationship Id="rId4" Type="http://schemas.openxmlformats.org/officeDocument/2006/relationships/image" Target="../media/image124.png"/><Relationship Id="rId9" Type="http://schemas.openxmlformats.org/officeDocument/2006/relationships/image" Target="../media/image98.png"/><Relationship Id="rId14" Type="http://schemas.openxmlformats.org/officeDocument/2006/relationships/image" Target="../media/image1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34.png"/><Relationship Id="rId3" Type="http://schemas.openxmlformats.org/officeDocument/2006/relationships/image" Target="../media/image123.png"/><Relationship Id="rId7" Type="http://schemas.openxmlformats.org/officeDocument/2006/relationships/image" Target="../media/image98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11" Type="http://schemas.openxmlformats.org/officeDocument/2006/relationships/image" Target="../media/image132.png"/><Relationship Id="rId5" Type="http://schemas.openxmlformats.org/officeDocument/2006/relationships/image" Target="../media/image130.png"/><Relationship Id="rId15" Type="http://schemas.openxmlformats.org/officeDocument/2006/relationships/image" Target="../media/image63.png"/><Relationship Id="rId10" Type="http://schemas.openxmlformats.org/officeDocument/2006/relationships/image" Target="../media/image131.png"/><Relationship Id="rId4" Type="http://schemas.openxmlformats.org/officeDocument/2006/relationships/image" Target="../media/image124.png"/><Relationship Id="rId9" Type="http://schemas.openxmlformats.org/officeDocument/2006/relationships/image" Target="../media/image128.png"/><Relationship Id="rId14" Type="http://schemas.openxmlformats.org/officeDocument/2006/relationships/image" Target="../media/image1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25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0.png"/><Relationship Id="rId3" Type="http://schemas.openxmlformats.org/officeDocument/2006/relationships/image" Target="../media/image14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49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1E641-A5F1-66FC-4A37-E5A10096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49FA5-D194-2363-C9B9-72363EFD8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</a:t>
            </a:fld>
            <a:endParaRPr lang="en-US" altLang="zh-CN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925A33-81BF-153E-ADB2-70AC613BFBF0}"/>
              </a:ext>
            </a:extLst>
          </p:cNvPr>
          <p:cNvSpPr txBox="1"/>
          <p:nvPr/>
        </p:nvSpPr>
        <p:spPr>
          <a:xfrm>
            <a:off x="3448050" y="234950"/>
            <a:ext cx="569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滤波器系数</a:t>
            </a:r>
          </a:p>
        </p:txBody>
      </p:sp>
      <p:graphicFrame>
        <p:nvGraphicFramePr>
          <p:cNvPr id="170" name="表格 169">
            <a:extLst>
              <a:ext uri="{FF2B5EF4-FFF2-40B4-BE49-F238E27FC236}">
                <a16:creationId xmlns:a16="http://schemas.microsoft.com/office/drawing/2014/main" id="{D5C8E2F3-40AC-89DC-42D2-F2EC72250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51445"/>
              </p:ext>
            </p:extLst>
          </p:nvPr>
        </p:nvGraphicFramePr>
        <p:xfrm>
          <a:off x="588000" y="1765651"/>
          <a:ext cx="11016000" cy="10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373110093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8898266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436443838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155150389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96811892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148456349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8563191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72904339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85416658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0142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00011111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11100100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00010101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11101110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00001100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11110110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00000110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11111100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3454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287E639-AFA5-B023-9831-C771A4E0EFAE}"/>
              </a:ext>
            </a:extLst>
          </p:cNvPr>
          <p:cNvSpPr txBox="1"/>
          <p:nvPr/>
        </p:nvSpPr>
        <p:spPr>
          <a:xfrm>
            <a:off x="942974" y="1164431"/>
            <a:ext cx="2250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80C049-3AE1-72EC-507E-4F759ECAD69A}"/>
                  </a:ext>
                </a:extLst>
              </p:cNvPr>
              <p:cNvSpPr txBox="1"/>
              <p:nvPr/>
            </p:nvSpPr>
            <p:spPr>
              <a:xfrm>
                <a:off x="942972" y="3215016"/>
                <a:ext cx="6843715" cy="2140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指标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降低到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−6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时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=21.92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𝑑𝐵</m:t>
                    </m:r>
                  </m:oMath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Margin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=1.07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𝑑𝐵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滤波器阶数：</a:t>
                </a:r>
                <a:r>
                  <a: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乘法器单元个数：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，加法器单元个数：</a:t>
                </a:r>
                <a:r>
                  <a:rPr lang="en-US" altLang="zh-CN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80C049-3AE1-72EC-507E-4F759ECAD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2" y="3215016"/>
                <a:ext cx="6843715" cy="2140009"/>
              </a:xfrm>
              <a:prstGeom prst="rect">
                <a:avLst/>
              </a:prstGeom>
              <a:blipFill>
                <a:blip r:embed="rId3"/>
                <a:stretch>
                  <a:fillRect l="-1248" t="-2279" b="-5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445C5B67-11D0-D36F-EA37-295B24386778}"/>
              </a:ext>
            </a:extLst>
          </p:cNvPr>
          <p:cNvSpPr txBox="1"/>
          <p:nvPr/>
        </p:nvSpPr>
        <p:spPr>
          <a:xfrm>
            <a:off x="942971" y="5493557"/>
            <a:ext cx="6843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输入输出数据格式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8bits = 1 sign + 2 int + 5 frac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输出：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20bits = 1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 + 9 int + 10 frac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89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9BE6-09A1-5D40-4EAB-339970E2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2BF1-2A92-CC9D-9284-04DD0EBAB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BDAB15-C540-0B8E-8C93-E56435CC63FC}"/>
              </a:ext>
            </a:extLst>
          </p:cNvPr>
          <p:cNvSpPr/>
          <p:nvPr/>
        </p:nvSpPr>
        <p:spPr>
          <a:xfrm>
            <a:off x="1887435" y="12130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5DA0759-F0CB-86AD-4E17-3778BD0CA5B2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B744943-EDEA-BCC5-E3E6-BA696D19F9F7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6FF669-9A34-4A3F-830D-8413CFFFE71C}"/>
              </a:ext>
            </a:extLst>
          </p:cNvPr>
          <p:cNvSpPr txBox="1"/>
          <p:nvPr/>
        </p:nvSpPr>
        <p:spPr>
          <a:xfrm>
            <a:off x="3448050" y="234950"/>
            <a:ext cx="569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滤波器原型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C2B950-8783-5083-5D94-A82B24CEBC7B}"/>
              </a:ext>
            </a:extLst>
          </p:cNvPr>
          <p:cNvSpPr/>
          <p:nvPr/>
        </p:nvSpPr>
        <p:spPr>
          <a:xfrm>
            <a:off x="2006685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56104A5-13D9-F0A3-C573-718DD0501106}"/>
              </a:ext>
            </a:extLst>
          </p:cNvPr>
          <p:cNvCxnSpPr>
            <a:cxnSpLocks/>
            <a:stCxn id="7" idx="3"/>
            <a:endCxn id="46" idx="1"/>
          </p:cNvCxnSpPr>
          <p:nvPr/>
        </p:nvCxnSpPr>
        <p:spPr>
          <a:xfrm>
            <a:off x="2380758" y="2588772"/>
            <a:ext cx="709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F9CF34B-5B7F-D443-6BF0-9EA7A0C4895D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E9A0022-AABF-AB3C-92CD-6D3D50E978C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D3BB3B70-2A7D-4D77-E0BF-7DB267562C96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A64523C-ADCC-E39C-4031-DCAC1DCC7F35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2720771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307402DE-8AA3-B650-4436-554FB2B3B98B}"/>
              </a:ext>
            </a:extLst>
          </p:cNvPr>
          <p:cNvSpPr/>
          <p:nvPr/>
        </p:nvSpPr>
        <p:spPr>
          <a:xfrm>
            <a:off x="2533734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A7A76C-DB98-CEB0-F2BA-C6A422EC4244}"/>
              </a:ext>
            </a:extLst>
          </p:cNvPr>
          <p:cNvCxnSpPr>
            <a:cxnSpLocks/>
            <a:stCxn id="22" idx="6"/>
            <a:endCxn id="51" idx="2"/>
          </p:cNvCxnSpPr>
          <p:nvPr/>
        </p:nvCxnSpPr>
        <p:spPr>
          <a:xfrm>
            <a:off x="2907807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AD891EDF-91A6-FA80-5AF5-A6E4CCC60A93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20EAA36-6460-8E79-C054-6F1B8B811604}"/>
              </a:ext>
            </a:extLst>
          </p:cNvPr>
          <p:cNvCxnSpPr>
            <a:cxnSpLocks/>
            <a:stCxn id="46" idx="3"/>
            <a:endCxn id="62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B9AF44B-460D-0B81-9D9D-A15C39EAC459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E926DE89-ABF6-E432-714C-46FE4AC47925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3C60149-62B7-F305-10FB-4D06CB6558C2}"/>
              </a:ext>
            </a:extLst>
          </p:cNvPr>
          <p:cNvCxnSpPr>
            <a:cxnSpLocks/>
            <a:stCxn id="49" idx="4"/>
            <a:endCxn id="51" idx="0"/>
          </p:cNvCxnSpPr>
          <p:nvPr/>
        </p:nvCxnSpPr>
        <p:spPr>
          <a:xfrm flipH="1">
            <a:off x="3995966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F11AC4B6-2555-C94C-AD15-2E0A1D319408}"/>
              </a:ext>
            </a:extLst>
          </p:cNvPr>
          <p:cNvSpPr/>
          <p:nvPr/>
        </p:nvSpPr>
        <p:spPr>
          <a:xfrm>
            <a:off x="3808929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465746D-A538-B63B-8F94-F5CA4D68BBFA}"/>
              </a:ext>
            </a:extLst>
          </p:cNvPr>
          <p:cNvCxnSpPr>
            <a:cxnSpLocks/>
            <a:stCxn id="51" idx="6"/>
            <a:endCxn id="67" idx="2"/>
          </p:cNvCxnSpPr>
          <p:nvPr/>
        </p:nvCxnSpPr>
        <p:spPr>
          <a:xfrm>
            <a:off x="4183002" y="3988545"/>
            <a:ext cx="9011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325A5377-954F-07BF-5E60-1DDFDE40704F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6D595BC-388A-0D23-D692-45011F032FE4}"/>
              </a:ext>
            </a:extLst>
          </p:cNvPr>
          <p:cNvCxnSpPr>
            <a:cxnSpLocks/>
            <a:stCxn id="62" idx="3"/>
            <a:endCxn id="72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989786C-D73A-2953-C25B-DBD18636CA0A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84762B04-D571-5257-91ED-0F97493AAC0B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E37B26B-C3F9-44C5-96D0-D989A8A7AE46}"/>
              </a:ext>
            </a:extLst>
          </p:cNvPr>
          <p:cNvCxnSpPr>
            <a:cxnSpLocks/>
            <a:stCxn id="65" idx="4"/>
            <a:endCxn id="67" idx="0"/>
          </p:cNvCxnSpPr>
          <p:nvPr/>
        </p:nvCxnSpPr>
        <p:spPr>
          <a:xfrm flipH="1">
            <a:off x="5271160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C84D814E-F897-D245-415F-1AB59D51D743}"/>
              </a:ext>
            </a:extLst>
          </p:cNvPr>
          <p:cNvSpPr/>
          <p:nvPr/>
        </p:nvSpPr>
        <p:spPr>
          <a:xfrm>
            <a:off x="5084123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BDDABB6-B108-646F-06D3-842ED882A972}"/>
              </a:ext>
            </a:extLst>
          </p:cNvPr>
          <p:cNvCxnSpPr>
            <a:cxnSpLocks/>
            <a:stCxn id="67" idx="6"/>
            <a:endCxn id="77" idx="2"/>
          </p:cNvCxnSpPr>
          <p:nvPr/>
        </p:nvCxnSpPr>
        <p:spPr>
          <a:xfrm>
            <a:off x="5458196" y="3988545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1BA0D2EF-C50B-8E9F-6EBB-0615998472A6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67BC457-4F23-5DB3-9246-1007023E40A3}"/>
              </a:ext>
            </a:extLst>
          </p:cNvPr>
          <p:cNvCxnSpPr>
            <a:cxnSpLocks/>
            <a:stCxn id="72" idx="3"/>
            <a:endCxn id="81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DC7BFA5-C11A-9059-FF17-693A5C5E0741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B4B762E1-9B0B-3ED8-DEF6-46151380003A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2ED3525-DE83-857B-CC0A-880EC5975C2B}"/>
              </a:ext>
            </a:extLst>
          </p:cNvPr>
          <p:cNvCxnSpPr>
            <a:cxnSpLocks/>
            <a:stCxn id="75" idx="4"/>
            <a:endCxn id="77" idx="0"/>
          </p:cNvCxnSpPr>
          <p:nvPr/>
        </p:nvCxnSpPr>
        <p:spPr>
          <a:xfrm flipH="1">
            <a:off x="6546353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:a16="http://schemas.microsoft.com/office/drawing/2014/main" id="{D8944E54-794C-9737-C7F1-7DD3E1F03413}"/>
              </a:ext>
            </a:extLst>
          </p:cNvPr>
          <p:cNvSpPr/>
          <p:nvPr/>
        </p:nvSpPr>
        <p:spPr>
          <a:xfrm>
            <a:off x="6359316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C40DCEB4-59A9-F11A-303F-34234F6F3474}"/>
              </a:ext>
            </a:extLst>
          </p:cNvPr>
          <p:cNvCxnSpPr>
            <a:cxnSpLocks/>
            <a:stCxn id="77" idx="6"/>
            <a:endCxn id="86" idx="2"/>
          </p:cNvCxnSpPr>
          <p:nvPr/>
        </p:nvCxnSpPr>
        <p:spPr>
          <a:xfrm>
            <a:off x="6733389" y="3988545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91B830B4-6774-E06C-04C7-2181B823B83C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A284FC2-2D6A-A041-BB32-AFE7CEAFA709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DD185CE-31C9-C41E-4B4E-AE1E8FE6114E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939644E4-3AED-4F89-C943-251D9E0D44FB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6363BA7A-1E01-B313-A556-4349FB26A091}"/>
              </a:ext>
            </a:extLst>
          </p:cNvPr>
          <p:cNvCxnSpPr>
            <a:cxnSpLocks/>
            <a:stCxn id="84" idx="4"/>
            <a:endCxn id="86" idx="0"/>
          </p:cNvCxnSpPr>
          <p:nvPr/>
        </p:nvCxnSpPr>
        <p:spPr>
          <a:xfrm flipH="1">
            <a:off x="782154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AB13C5FA-69CF-73E1-F2B4-6DF150BC4098}"/>
              </a:ext>
            </a:extLst>
          </p:cNvPr>
          <p:cNvSpPr/>
          <p:nvPr/>
        </p:nvSpPr>
        <p:spPr>
          <a:xfrm>
            <a:off x="763450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4B14D29-7374-E581-52E1-25F08F6AAE89}"/>
              </a:ext>
            </a:extLst>
          </p:cNvPr>
          <p:cNvCxnSpPr>
            <a:cxnSpLocks/>
            <a:stCxn id="86" idx="6"/>
            <a:endCxn id="95" idx="2"/>
          </p:cNvCxnSpPr>
          <p:nvPr/>
        </p:nvCxnSpPr>
        <p:spPr>
          <a:xfrm>
            <a:off x="8008581" y="3988545"/>
            <a:ext cx="9011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D65C7C83-BA42-A194-9B4F-04350388D7E6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3E3CC41-3377-22C8-7CC4-29389DBEA95D}"/>
              </a:ext>
            </a:extLst>
          </p:cNvPr>
          <p:cNvCxnSpPr>
            <a:cxnSpLocks/>
            <a:stCxn id="90" idx="3"/>
            <a:endCxn id="99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C1A8E7F-AB84-99E7-C252-9B35806DE91A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715EB4D1-6CC8-F51C-7A28-7ACEC1233DD7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6400E8C-7C8D-F130-4325-6C6145608261}"/>
              </a:ext>
            </a:extLst>
          </p:cNvPr>
          <p:cNvCxnSpPr>
            <a:cxnSpLocks/>
            <a:stCxn id="93" idx="4"/>
            <a:endCxn id="95" idx="0"/>
          </p:cNvCxnSpPr>
          <p:nvPr/>
        </p:nvCxnSpPr>
        <p:spPr>
          <a:xfrm flipH="1">
            <a:off x="909673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94">
            <a:extLst>
              <a:ext uri="{FF2B5EF4-FFF2-40B4-BE49-F238E27FC236}">
                <a16:creationId xmlns:a16="http://schemas.microsoft.com/office/drawing/2014/main" id="{70D61D37-44FA-F6EC-3908-E3F5C20F12D4}"/>
              </a:ext>
            </a:extLst>
          </p:cNvPr>
          <p:cNvSpPr/>
          <p:nvPr/>
        </p:nvSpPr>
        <p:spPr>
          <a:xfrm>
            <a:off x="890969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E041913-C24D-E4D2-C828-D0ED821EE0BC}"/>
              </a:ext>
            </a:extLst>
          </p:cNvPr>
          <p:cNvCxnSpPr>
            <a:cxnSpLocks/>
            <a:stCxn id="95" idx="6"/>
            <a:endCxn id="104" idx="2"/>
          </p:cNvCxnSpPr>
          <p:nvPr/>
        </p:nvCxnSpPr>
        <p:spPr>
          <a:xfrm>
            <a:off x="9283771" y="3988545"/>
            <a:ext cx="901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D35660FA-7374-9738-8876-4F9DD785353A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896A58F-3106-A161-6B79-1AABF9C39298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B154410A-4C30-9C82-6831-8CF1F80B7462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08EB9D8-18E2-E109-9EA5-74752FB8A717}"/>
              </a:ext>
            </a:extLst>
          </p:cNvPr>
          <p:cNvCxnSpPr>
            <a:cxnSpLocks/>
            <a:stCxn id="102" idx="4"/>
            <a:endCxn id="104" idx="0"/>
          </p:cNvCxnSpPr>
          <p:nvPr/>
        </p:nvCxnSpPr>
        <p:spPr>
          <a:xfrm flipH="1">
            <a:off x="10371924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033E902A-0128-8464-FD04-81AFEBB3163B}"/>
              </a:ext>
            </a:extLst>
          </p:cNvPr>
          <p:cNvSpPr/>
          <p:nvPr/>
        </p:nvSpPr>
        <p:spPr>
          <a:xfrm>
            <a:off x="10184887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F8E7E6E-1CD7-29CD-05AF-643AFD2814AA}"/>
              </a:ext>
            </a:extLst>
          </p:cNvPr>
          <p:cNvCxnSpPr>
            <a:cxnSpLocks/>
            <a:stCxn id="104" idx="6"/>
          </p:cNvCxnSpPr>
          <p:nvPr/>
        </p:nvCxnSpPr>
        <p:spPr>
          <a:xfrm>
            <a:off x="10558960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9F375E29-C210-2DA8-A2CE-283D48AACC8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05562" y="2588772"/>
            <a:ext cx="901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D60A65D-5C5B-5B7C-9845-18A28081B861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4A9CC370-8D57-2C3A-8CC0-DC581E535A27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FCC2E39F-64CB-AF2A-143E-423E921C93CC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445575" y="3988545"/>
            <a:ext cx="1088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4D2947B-2524-6C9A-D05C-2F1775504FF1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4D2947B-2524-6C9A-D05C-2F1775504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CB0BC834-E8C2-2A90-AC46-5FC083229F84}"/>
                  </a:ext>
                </a:extLst>
              </p:cNvPr>
              <p:cNvSpPr txBox="1"/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CB0BC834-E8C2-2A90-AC46-5FC083229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EF654CD2-BF48-1248-FBAF-A1EFAC973526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43606E5C-9400-A52D-88F5-96C6617498CE}"/>
              </a:ext>
            </a:extLst>
          </p:cNvPr>
          <p:cNvCxnSpPr>
            <a:cxnSpLocks/>
            <a:endCxn id="111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2A1BCDA-EDE8-E577-BFCA-8A9785D03EE4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2A1BCDA-EDE8-E577-BFCA-8A9785D03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10B0DC2F-30A2-1CA8-9929-29FB47674C0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99385A7-5EFC-6CA7-F921-0407B7F4D2A8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99385A7-5EFC-6CA7-F921-0407B7F4D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756F1098-F9AB-C025-B4E2-7A874BB6DC8B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178D333-A093-275B-5A69-43706B24CDD6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178D333-A093-275B-5A69-43706B24C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2DCA5702-0617-6E79-8A85-A85532A34A62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A69BB4B-2A0E-22DB-6968-F0F03F0E975F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A69BB4B-2A0E-22DB-6968-F0F03F0E9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18FA1185-1DCE-D17C-20D8-F7FC8A507EE6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2EC60B6-B751-EA95-D46A-5A3C78A391B8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2EC60B6-B751-EA95-D46A-5A3C78A39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75A5383D-3A2D-B1FF-BB31-224DE7A5F0E1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1B53FBAB-D87F-BC59-E357-F8AF0A33C782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1B53FBAB-D87F-BC59-E357-F8AF0A33C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3D281963-EEE2-7C9B-9DAE-32255D49456F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EB3A6A6-765C-AFDD-9CB8-DB7781BE654C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EB3A6A6-765C-AFDD-9CB8-DB7781BE6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CD2061F3-B6E1-D891-039E-4B63CC042A13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1CDC8A-BE3B-2C52-3BA6-5283F3B38C94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1CDC8A-BE3B-2C52-3BA6-5283F3B3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A5D3F307-F0D7-D422-4AFE-E983EB6B83DC}"/>
              </a:ext>
            </a:extLst>
          </p:cNvPr>
          <p:cNvCxnSpPr>
            <a:cxnSpLocks/>
            <a:endCxn id="111" idx="4"/>
          </p:cNvCxnSpPr>
          <p:nvPr/>
        </p:nvCxnSpPr>
        <p:spPr>
          <a:xfrm flipV="1">
            <a:off x="1445576" y="3382177"/>
            <a:ext cx="0" cy="6063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BB09C1AC-4517-8130-CEA7-19DBDE8B910C}"/>
                  </a:ext>
                </a:extLst>
              </p:cNvPr>
              <p:cNvSpPr txBox="1"/>
              <p:nvPr/>
            </p:nvSpPr>
            <p:spPr>
              <a:xfrm>
                <a:off x="1827945" y="406400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BB09C1AC-4517-8130-CEA7-19DBDE8B9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945" y="4064000"/>
                <a:ext cx="468398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3E57302-E8C4-0DD3-31C6-146AF99D03EC}"/>
                  </a:ext>
                </a:extLst>
              </p:cNvPr>
              <p:cNvSpPr txBox="1"/>
              <p:nvPr/>
            </p:nvSpPr>
            <p:spPr>
              <a:xfrm>
                <a:off x="2735720" y="339993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3E57302-E8C4-0DD3-31C6-146AF99D0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720" y="3399936"/>
                <a:ext cx="468398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6179CA48-0789-A8C1-1DAB-E5384AA5621C}"/>
                  </a:ext>
                </a:extLst>
              </p:cNvPr>
              <p:cNvSpPr txBox="1"/>
              <p:nvPr/>
            </p:nvSpPr>
            <p:spPr>
              <a:xfrm>
                <a:off x="4026671" y="338719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6179CA48-0789-A8C1-1DAB-E5384AA56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671" y="3387196"/>
                <a:ext cx="46839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DAFAEFB2-4537-F26B-8A32-6B5EE63B5F2A}"/>
                  </a:ext>
                </a:extLst>
              </p:cNvPr>
              <p:cNvSpPr txBox="1"/>
              <p:nvPr/>
            </p:nvSpPr>
            <p:spPr>
              <a:xfrm>
                <a:off x="5253321" y="338217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DAFAEFB2-4537-F26B-8A32-6B5EE63B5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321" y="3382176"/>
                <a:ext cx="468398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35B39CC5-BC60-BFC7-9F7B-85F2464ABABA}"/>
                  </a:ext>
                </a:extLst>
              </p:cNvPr>
              <p:cNvSpPr txBox="1"/>
              <p:nvPr/>
            </p:nvSpPr>
            <p:spPr>
              <a:xfrm>
                <a:off x="6545543" y="337814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35B39CC5-BC60-BFC7-9F7B-85F2464AB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43" y="3378140"/>
                <a:ext cx="468398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42498A4F-33C0-75EB-02C1-1DBA7F9DEC06}"/>
                  </a:ext>
                </a:extLst>
              </p:cNvPr>
              <p:cNvSpPr txBox="1"/>
              <p:nvPr/>
            </p:nvSpPr>
            <p:spPr>
              <a:xfrm>
                <a:off x="7815576" y="3346807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42498A4F-33C0-75EB-02C1-1DBA7F9DE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576" y="3346807"/>
                <a:ext cx="46839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14D2EB74-9E9B-641A-E133-723EA533F81A}"/>
                  </a:ext>
                </a:extLst>
              </p:cNvPr>
              <p:cNvSpPr txBox="1"/>
              <p:nvPr/>
            </p:nvSpPr>
            <p:spPr>
              <a:xfrm>
                <a:off x="9085251" y="3378141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14D2EB74-9E9B-641A-E133-723EA533F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251" y="3378141"/>
                <a:ext cx="468398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D9C01E04-56D0-34A1-BC84-DF718A765FDD}"/>
                  </a:ext>
                </a:extLst>
              </p:cNvPr>
              <p:cNvSpPr txBox="1"/>
              <p:nvPr/>
            </p:nvSpPr>
            <p:spPr>
              <a:xfrm>
                <a:off x="10324761" y="3369436"/>
                <a:ext cx="4683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D9C01E04-56D0-34A1-BC84-DF718A765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4761" y="3369436"/>
                <a:ext cx="468398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1C54075C-EABB-27DE-86AD-2FB19EE85DF6}"/>
                  </a:ext>
                </a:extLst>
              </p:cNvPr>
              <p:cNvSpPr txBox="1"/>
              <p:nvPr/>
            </p:nvSpPr>
            <p:spPr>
              <a:xfrm>
                <a:off x="3047682" y="406749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1C54075C-EABB-27DE-86AD-2FB19EE85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82" y="4067490"/>
                <a:ext cx="468398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E90ED827-42FA-D0C8-AF02-688544F36404}"/>
                  </a:ext>
                </a:extLst>
              </p:cNvPr>
              <p:cNvSpPr txBox="1"/>
              <p:nvPr/>
            </p:nvSpPr>
            <p:spPr>
              <a:xfrm>
                <a:off x="4360430" y="4055357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E90ED827-42FA-D0C8-AF02-688544F36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30" y="4055357"/>
                <a:ext cx="468398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7BDA4F6E-C1DD-C634-D4EF-931E8BF2F2C9}"/>
                  </a:ext>
                </a:extLst>
              </p:cNvPr>
              <p:cNvSpPr txBox="1"/>
              <p:nvPr/>
            </p:nvSpPr>
            <p:spPr>
              <a:xfrm>
                <a:off x="5703882" y="406749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7BDA4F6E-C1DD-C634-D4EF-931E8BF2F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882" y="4067490"/>
                <a:ext cx="468398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FE8D7189-99D6-71FA-3738-3D434E88629E}"/>
                  </a:ext>
                </a:extLst>
              </p:cNvPr>
              <p:cNvSpPr txBox="1"/>
              <p:nvPr/>
            </p:nvSpPr>
            <p:spPr>
              <a:xfrm>
                <a:off x="6895164" y="406749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FE8D7189-99D6-71FA-3738-3D434E88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164" y="4067490"/>
                <a:ext cx="46839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6890F98-5B05-D01E-DE51-795A75710739}"/>
                  </a:ext>
                </a:extLst>
              </p:cNvPr>
              <p:cNvSpPr txBox="1"/>
              <p:nvPr/>
            </p:nvSpPr>
            <p:spPr>
              <a:xfrm>
                <a:off x="8195621" y="405479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6890F98-5B05-D01E-DE51-795A75710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621" y="4054790"/>
                <a:ext cx="468398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2E7C301B-F4B5-186D-D340-674698962D06}"/>
                  </a:ext>
                </a:extLst>
              </p:cNvPr>
              <p:cNvSpPr txBox="1"/>
              <p:nvPr/>
            </p:nvSpPr>
            <p:spPr>
              <a:xfrm>
                <a:off x="9500130" y="405479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2E7C301B-F4B5-186D-D340-674698962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130" y="4054790"/>
                <a:ext cx="468398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620F97A1-4BD3-2891-EA16-AC6F272C4BF8}"/>
                  </a:ext>
                </a:extLst>
              </p:cNvPr>
              <p:cNvSpPr txBox="1"/>
              <p:nvPr/>
            </p:nvSpPr>
            <p:spPr>
              <a:xfrm>
                <a:off x="10641492" y="4032343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620F97A1-4BD3-2891-EA16-AC6F272C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492" y="4032343"/>
                <a:ext cx="468398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4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1B58-BA23-E7A7-B2DB-505DD18F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B65D6-17A4-8C13-2602-152F53E01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3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B936C5-CA93-5A6D-D36A-A491583DCE87}"/>
              </a:ext>
            </a:extLst>
          </p:cNvPr>
          <p:cNvSpPr/>
          <p:nvPr/>
        </p:nvSpPr>
        <p:spPr>
          <a:xfrm>
            <a:off x="1887435" y="12130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B210356-0CDC-04BE-280B-3193C0855B93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BC033AC-1205-C4D5-F1FB-802C2F448EAC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9B21AA-E149-9D68-2772-93ACB2942084}"/>
              </a:ext>
            </a:extLst>
          </p:cNvPr>
          <p:cNvSpPr txBox="1"/>
          <p:nvPr/>
        </p:nvSpPr>
        <p:spPr>
          <a:xfrm>
            <a:off x="3090683" y="242331"/>
            <a:ext cx="7667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滤波器（平衡加法树）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9B3EAD-B59E-BC34-A3DC-ADA4F97F09F9}"/>
              </a:ext>
            </a:extLst>
          </p:cNvPr>
          <p:cNvSpPr/>
          <p:nvPr/>
        </p:nvSpPr>
        <p:spPr>
          <a:xfrm>
            <a:off x="2006685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EFBE6D1-BED4-5C46-B58B-261EBDBAAC11}"/>
              </a:ext>
            </a:extLst>
          </p:cNvPr>
          <p:cNvCxnSpPr>
            <a:cxnSpLocks/>
            <a:stCxn id="7" idx="3"/>
            <a:endCxn id="46" idx="1"/>
          </p:cNvCxnSpPr>
          <p:nvPr/>
        </p:nvCxnSpPr>
        <p:spPr>
          <a:xfrm>
            <a:off x="2380758" y="2588772"/>
            <a:ext cx="709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75F0C04-A3A2-426A-B253-9032D14CB50A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DF18E9E-C082-E4E8-56D0-CF3B02D483D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97FE0A34-6AB7-47AD-43EB-3D213DAF5A62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BA65A33-5ACD-BCB9-594D-FCD252CECBAA}"/>
              </a:ext>
            </a:extLst>
          </p:cNvPr>
          <p:cNvCxnSpPr>
            <a:cxnSpLocks/>
            <a:stCxn id="16" idx="4"/>
            <a:endCxn id="22" idx="6"/>
          </p:cNvCxnSpPr>
          <p:nvPr/>
        </p:nvCxnSpPr>
        <p:spPr>
          <a:xfrm flipH="1">
            <a:off x="2261508" y="3382177"/>
            <a:ext cx="459264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4B9F0A46-947C-01CD-5518-AF4FE8BC0A55}"/>
              </a:ext>
            </a:extLst>
          </p:cNvPr>
          <p:cNvSpPr/>
          <p:nvPr/>
        </p:nvSpPr>
        <p:spPr>
          <a:xfrm>
            <a:off x="1887435" y="39728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E9832E-E261-4D03-AF89-89C90BF819D3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DAA9E1B-792C-F167-AF0E-C7EA0A2B7D7C}"/>
              </a:ext>
            </a:extLst>
          </p:cNvPr>
          <p:cNvCxnSpPr>
            <a:cxnSpLocks/>
            <a:stCxn id="46" idx="3"/>
            <a:endCxn id="62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FDB5EE9-48F0-669A-C3B4-B3DFA69F478B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376C8E27-6216-6A34-F690-F4E81716917A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62516FC-CAF1-5A51-13C4-8D03101FAF1C}"/>
              </a:ext>
            </a:extLst>
          </p:cNvPr>
          <p:cNvCxnSpPr>
            <a:cxnSpLocks/>
            <a:stCxn id="49" idx="4"/>
            <a:endCxn id="51" idx="2"/>
          </p:cNvCxnSpPr>
          <p:nvPr/>
        </p:nvCxnSpPr>
        <p:spPr>
          <a:xfrm>
            <a:off x="3995967" y="3382177"/>
            <a:ext cx="348176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960AB297-B8A5-F07F-C821-7D3887EE33F1}"/>
              </a:ext>
            </a:extLst>
          </p:cNvPr>
          <p:cNvSpPr/>
          <p:nvPr/>
        </p:nvSpPr>
        <p:spPr>
          <a:xfrm>
            <a:off x="4344143" y="39728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4C1C874-EE2E-1334-A2D9-D4ED5B130C18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7CF6E35-742E-D1CB-BD1C-E5939FA8DFAD}"/>
              </a:ext>
            </a:extLst>
          </p:cNvPr>
          <p:cNvCxnSpPr>
            <a:cxnSpLocks/>
            <a:stCxn id="62" idx="3"/>
            <a:endCxn id="72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7C82521-B375-C359-4E3D-F924D0F69F4F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3D1263AA-C94D-0A45-8B3C-48A26A469E44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631B8E6-2196-2289-7864-7DB7CDE2F143}"/>
              </a:ext>
            </a:extLst>
          </p:cNvPr>
          <p:cNvCxnSpPr>
            <a:cxnSpLocks/>
            <a:stCxn id="65" idx="4"/>
            <a:endCxn id="51" idx="6"/>
          </p:cNvCxnSpPr>
          <p:nvPr/>
        </p:nvCxnSpPr>
        <p:spPr>
          <a:xfrm flipH="1">
            <a:off x="4718216" y="3382177"/>
            <a:ext cx="552945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8C0C8C42-9523-863F-024F-63A5ABB7EEF7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235A46B-2B4C-3A5B-A8A1-F2F5BD3F991C}"/>
              </a:ext>
            </a:extLst>
          </p:cNvPr>
          <p:cNvCxnSpPr>
            <a:cxnSpLocks/>
            <a:stCxn id="72" idx="3"/>
            <a:endCxn id="81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F689FA7-3DE6-DEAC-CDE0-CE2EC34164FB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42CF6F5E-23B7-5264-C858-6199262D43CA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EABA62A-E1A2-FB5E-3FAF-10D2888BED3A}"/>
              </a:ext>
            </a:extLst>
          </p:cNvPr>
          <p:cNvCxnSpPr>
            <a:cxnSpLocks/>
            <a:stCxn id="75" idx="4"/>
            <a:endCxn id="86" idx="2"/>
          </p:cNvCxnSpPr>
          <p:nvPr/>
        </p:nvCxnSpPr>
        <p:spPr>
          <a:xfrm>
            <a:off x="6546354" y="3382177"/>
            <a:ext cx="527044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FF0A2330-2CE7-B8A5-20F3-0797B19E8386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4FD3F1E-4873-2E13-9857-4F6ABE6B7D08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7A53C88-9ADD-D0E1-543F-4FB1A7898797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3547A80C-1EE4-51D4-982A-C27CE995B177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6BD8AB4-A2A3-8F73-DE57-768A5CE9D65F}"/>
              </a:ext>
            </a:extLst>
          </p:cNvPr>
          <p:cNvCxnSpPr>
            <a:cxnSpLocks/>
            <a:stCxn id="84" idx="4"/>
            <a:endCxn id="86" idx="6"/>
          </p:cNvCxnSpPr>
          <p:nvPr/>
        </p:nvCxnSpPr>
        <p:spPr>
          <a:xfrm flipH="1">
            <a:off x="7447471" y="3382177"/>
            <a:ext cx="374075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692E6183-E157-993B-9845-E02894D8BEC5}"/>
              </a:ext>
            </a:extLst>
          </p:cNvPr>
          <p:cNvSpPr/>
          <p:nvPr/>
        </p:nvSpPr>
        <p:spPr>
          <a:xfrm>
            <a:off x="7073398" y="39728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860F360-F4E7-7A16-0C18-C39135A67105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5C3F409-9650-0C34-6044-AF0DBA346199}"/>
              </a:ext>
            </a:extLst>
          </p:cNvPr>
          <p:cNvCxnSpPr>
            <a:cxnSpLocks/>
            <a:stCxn id="90" idx="3"/>
            <a:endCxn id="99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EB9E5F40-1787-6246-FCDA-9DA276F2709C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68DB75B4-E76B-9611-6FB9-E9C6E53B4984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1D73FFA-5D38-87B5-D297-B08AF13257A0}"/>
              </a:ext>
            </a:extLst>
          </p:cNvPr>
          <p:cNvCxnSpPr>
            <a:cxnSpLocks/>
            <a:stCxn id="93" idx="4"/>
            <a:endCxn id="104" idx="2"/>
          </p:cNvCxnSpPr>
          <p:nvPr/>
        </p:nvCxnSpPr>
        <p:spPr>
          <a:xfrm>
            <a:off x="9096736" y="3382177"/>
            <a:ext cx="409998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3EA15C5E-C18F-E92B-054B-8366E12F210A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D21D0F21-C11A-5A62-5310-4E481924D825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3A914A48-8A09-384D-FF1A-B42671959900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1BF4C27-06A4-16FF-93E5-9D78346A56CB}"/>
              </a:ext>
            </a:extLst>
          </p:cNvPr>
          <p:cNvCxnSpPr>
            <a:cxnSpLocks/>
            <a:stCxn id="102" idx="4"/>
            <a:endCxn id="104" idx="6"/>
          </p:cNvCxnSpPr>
          <p:nvPr/>
        </p:nvCxnSpPr>
        <p:spPr>
          <a:xfrm flipH="1">
            <a:off x="9880807" y="3382177"/>
            <a:ext cx="491118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22C8C620-9808-673B-A76A-D6F323B60C67}"/>
              </a:ext>
            </a:extLst>
          </p:cNvPr>
          <p:cNvSpPr/>
          <p:nvPr/>
        </p:nvSpPr>
        <p:spPr>
          <a:xfrm>
            <a:off x="9506734" y="39728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384D0263-3A7E-1178-BA61-D085CDF98DE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05562" y="2588772"/>
            <a:ext cx="901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1FB1EF2F-8BC5-A5CB-2181-F97735B4CC59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26254A43-C758-9C0A-1738-C703CD7A66A7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2AE80B25-C97C-B859-DF88-64ACDDE9049A}"/>
              </a:ext>
            </a:extLst>
          </p:cNvPr>
          <p:cNvCxnSpPr>
            <a:cxnSpLocks/>
            <a:stCxn id="111" idx="4"/>
            <a:endCxn id="22" idx="2"/>
          </p:cNvCxnSpPr>
          <p:nvPr/>
        </p:nvCxnSpPr>
        <p:spPr>
          <a:xfrm>
            <a:off x="1445576" y="3382177"/>
            <a:ext cx="441859" cy="777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7FBE157-352E-E001-C362-2EB64AED4E96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7FBE157-352E-E001-C362-2EB64AED4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97AFDA6B-78D0-5BEC-3735-4430F8D68E41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3E798825-F080-DC52-49B1-EC9A64316365}"/>
              </a:ext>
            </a:extLst>
          </p:cNvPr>
          <p:cNvCxnSpPr>
            <a:cxnSpLocks/>
            <a:endCxn id="111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2C6D260-7960-364C-73C3-C2110C5DED6A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2C6D260-7960-364C-73C3-C2110C5DE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313C750-AB99-C9BD-FD1E-4875C25C1D9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A72B1173-2AB9-F4E1-EE17-6A3D6AE99FD8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A72B1173-2AB9-F4E1-EE17-6A3D6AE99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7B45059A-DDAB-F47B-43DF-BE659C6F2F95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53A5DCF-26F4-CA9C-3D46-5B4CAD3B22FF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53A5DCF-26F4-CA9C-3D46-5B4CAD3B2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170752BD-6C89-488B-08F0-A5FEC8EFB183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666E36E8-CAC8-4A49-B75F-04A27E5C4E55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666E36E8-CAC8-4A49-B75F-04A27E5C4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30711A9E-7D93-47B9-CCCE-A1F71BC3415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18A1431A-BE49-B5A2-307E-80FD6EA0B30F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18A1431A-BE49-B5A2-307E-80FD6EA0B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F56E3618-00AF-A567-B3DD-6D3394BE6B1F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8713C44-5443-B887-F175-196352772AB1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8713C44-5443-B887-F175-196352772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D1E0753-B91F-46F3-CDA6-FD0C55C506AC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020D3984-774F-8F82-6108-D61EC1DA7077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020D3984-774F-8F82-6108-D61EC1DA7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4369D56C-0055-0F47-CBF6-F56DA162CEFC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6FFD8E1-4564-35F7-278F-C5A34C749BDF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6FFD8E1-4564-35F7-278F-C5A34C74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椭圆 37">
            <a:extLst>
              <a:ext uri="{FF2B5EF4-FFF2-40B4-BE49-F238E27FC236}">
                <a16:creationId xmlns:a16="http://schemas.microsoft.com/office/drawing/2014/main" id="{FFA51BF0-6A1C-F017-66ED-EEC9F11B71CB}"/>
              </a:ext>
            </a:extLst>
          </p:cNvPr>
          <p:cNvSpPr/>
          <p:nvPr/>
        </p:nvSpPr>
        <p:spPr>
          <a:xfrm>
            <a:off x="3090683" y="49761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EA1E622-3B74-F7FB-E359-5BE81CA4B678}"/>
              </a:ext>
            </a:extLst>
          </p:cNvPr>
          <p:cNvCxnSpPr>
            <a:cxnSpLocks/>
            <a:stCxn id="38" idx="4"/>
            <a:endCxn id="59" idx="2"/>
          </p:cNvCxnSpPr>
          <p:nvPr/>
        </p:nvCxnSpPr>
        <p:spPr>
          <a:xfrm>
            <a:off x="3277720" y="5350180"/>
            <a:ext cx="2386566" cy="721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8059519-AEAD-1139-60A1-CDB5D499FD7C}"/>
              </a:ext>
            </a:extLst>
          </p:cNvPr>
          <p:cNvCxnSpPr>
            <a:cxnSpLocks/>
            <a:stCxn id="51" idx="4"/>
            <a:endCxn id="38" idx="6"/>
          </p:cNvCxnSpPr>
          <p:nvPr/>
        </p:nvCxnSpPr>
        <p:spPr>
          <a:xfrm flipH="1">
            <a:off x="3464756" y="4346880"/>
            <a:ext cx="1066424" cy="816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CBCC8655-69C5-A275-8F15-2E82C6A47557}"/>
              </a:ext>
            </a:extLst>
          </p:cNvPr>
          <p:cNvSpPr/>
          <p:nvPr/>
        </p:nvSpPr>
        <p:spPr>
          <a:xfrm>
            <a:off x="8365619" y="497610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EBE78AD-D3C4-2DA6-5DC3-3E9B6865FD2E}"/>
              </a:ext>
            </a:extLst>
          </p:cNvPr>
          <p:cNvCxnSpPr>
            <a:cxnSpLocks/>
            <a:stCxn id="86" idx="4"/>
            <a:endCxn id="45" idx="2"/>
          </p:cNvCxnSpPr>
          <p:nvPr/>
        </p:nvCxnSpPr>
        <p:spPr>
          <a:xfrm>
            <a:off x="7260435" y="4346880"/>
            <a:ext cx="1105184" cy="816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4D7FA12-4EA2-47C1-C2D5-F2311C07DD9F}"/>
              </a:ext>
            </a:extLst>
          </p:cNvPr>
          <p:cNvCxnSpPr>
            <a:cxnSpLocks/>
            <a:stCxn id="104" idx="4"/>
            <a:endCxn id="45" idx="6"/>
          </p:cNvCxnSpPr>
          <p:nvPr/>
        </p:nvCxnSpPr>
        <p:spPr>
          <a:xfrm flipH="1">
            <a:off x="8739692" y="4346880"/>
            <a:ext cx="954079" cy="816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DDE4C5D9-B44F-FA25-EA9C-57A06CD392F1}"/>
              </a:ext>
            </a:extLst>
          </p:cNvPr>
          <p:cNvSpPr/>
          <p:nvPr/>
        </p:nvSpPr>
        <p:spPr>
          <a:xfrm>
            <a:off x="5664286" y="588415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CC6B5F5-8258-BE27-AAC5-F724D6D77FF1}"/>
              </a:ext>
            </a:extLst>
          </p:cNvPr>
          <p:cNvCxnSpPr>
            <a:cxnSpLocks/>
            <a:stCxn id="22" idx="4"/>
            <a:endCxn id="38" idx="2"/>
          </p:cNvCxnSpPr>
          <p:nvPr/>
        </p:nvCxnSpPr>
        <p:spPr>
          <a:xfrm>
            <a:off x="2074472" y="4346880"/>
            <a:ext cx="1016211" cy="816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CA8A79E-170C-AF00-5532-85951D85C305}"/>
              </a:ext>
            </a:extLst>
          </p:cNvPr>
          <p:cNvCxnSpPr>
            <a:cxnSpLocks/>
            <a:stCxn id="45" idx="4"/>
            <a:endCxn id="59" idx="6"/>
          </p:cNvCxnSpPr>
          <p:nvPr/>
        </p:nvCxnSpPr>
        <p:spPr>
          <a:xfrm flipH="1">
            <a:off x="6038359" y="5350180"/>
            <a:ext cx="2514297" cy="721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89728A5-FB89-0ECD-B147-92B7FE1B9D84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5851323" y="6258230"/>
            <a:ext cx="0" cy="4260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30E7F9C9-057A-06DC-8420-D5949BFE1F4C}"/>
                  </a:ext>
                </a:extLst>
              </p:cNvPr>
              <p:cNvSpPr txBox="1"/>
              <p:nvPr/>
            </p:nvSpPr>
            <p:spPr>
              <a:xfrm>
                <a:off x="5921694" y="6392097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30E7F9C9-057A-06DC-8420-D5949BFE1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94" y="6392097"/>
                <a:ext cx="735201" cy="400110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C83C53B-0B1D-86F4-4363-93F7A304B7F3}"/>
                  </a:ext>
                </a:extLst>
              </p:cNvPr>
              <p:cNvSpPr txBox="1"/>
              <p:nvPr/>
            </p:nvSpPr>
            <p:spPr>
              <a:xfrm>
                <a:off x="1164214" y="3614472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C83C53B-0B1D-86F4-4363-93F7A304B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214" y="3614472"/>
                <a:ext cx="468398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85097F-0975-02A8-B213-A98579899B64}"/>
                  </a:ext>
                </a:extLst>
              </p:cNvPr>
              <p:cNvSpPr txBox="1"/>
              <p:nvPr/>
            </p:nvSpPr>
            <p:spPr>
              <a:xfrm>
                <a:off x="2501521" y="3601733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85097F-0975-02A8-B213-A98579899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521" y="3601733"/>
                <a:ext cx="468398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AA3B9D-B9E5-1304-C37D-E228862DD12F}"/>
                  </a:ext>
                </a:extLst>
              </p:cNvPr>
              <p:cNvSpPr txBox="1"/>
              <p:nvPr/>
            </p:nvSpPr>
            <p:spPr>
              <a:xfrm>
                <a:off x="3554274" y="3601733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AA3B9D-B9E5-1304-C37D-E228862DD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74" y="3601733"/>
                <a:ext cx="46839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1421C0A-A1B2-C2D3-2745-0492BB9BDA9C}"/>
                  </a:ext>
                </a:extLst>
              </p:cNvPr>
              <p:cNvSpPr txBox="1"/>
              <p:nvPr/>
            </p:nvSpPr>
            <p:spPr>
              <a:xfrm>
                <a:off x="5036961" y="3601733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1421C0A-A1B2-C2D3-2745-0492BB9BD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961" y="3601733"/>
                <a:ext cx="468398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72F8408-D022-0313-82CA-71F3FB1AB31F}"/>
                  </a:ext>
                </a:extLst>
              </p:cNvPr>
              <p:cNvSpPr txBox="1"/>
              <p:nvPr/>
            </p:nvSpPr>
            <p:spPr>
              <a:xfrm>
                <a:off x="6310789" y="358056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72F8408-D022-0313-82CA-71F3FB1AB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789" y="3580566"/>
                <a:ext cx="468398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4CCB7B0-FBA1-755C-B944-15A20F5B232A}"/>
                  </a:ext>
                </a:extLst>
              </p:cNvPr>
              <p:cNvSpPr txBox="1"/>
              <p:nvPr/>
            </p:nvSpPr>
            <p:spPr>
              <a:xfrm>
                <a:off x="7793476" y="358056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4CCB7B0-FBA1-755C-B944-15A20F5B2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476" y="3580566"/>
                <a:ext cx="46839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38D2B2E-9AA3-D486-E221-BAB865951CE7}"/>
                  </a:ext>
                </a:extLst>
              </p:cNvPr>
              <p:cNvSpPr txBox="1"/>
              <p:nvPr/>
            </p:nvSpPr>
            <p:spPr>
              <a:xfrm>
                <a:off x="8819421" y="3549438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38D2B2E-9AA3-D486-E221-BAB865951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421" y="3549438"/>
                <a:ext cx="468398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D9062A-66C0-9E9C-4BAF-49B165627296}"/>
                  </a:ext>
                </a:extLst>
              </p:cNvPr>
              <p:cNvSpPr txBox="1"/>
              <p:nvPr/>
            </p:nvSpPr>
            <p:spPr>
              <a:xfrm>
                <a:off x="10302108" y="3549438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D9062A-66C0-9E9C-4BAF-49B165627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108" y="3549438"/>
                <a:ext cx="468398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7ACD0C-BA18-F265-4B71-4AE97913C6E7}"/>
                  </a:ext>
                </a:extLst>
              </p:cNvPr>
              <p:cNvSpPr txBox="1"/>
              <p:nvPr/>
            </p:nvSpPr>
            <p:spPr>
              <a:xfrm>
                <a:off x="1929223" y="459448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7ACD0C-BA18-F265-4B71-4AE97913C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223" y="4594486"/>
                <a:ext cx="468398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1937FF4-C010-7961-1FC6-5687944267A8}"/>
                  </a:ext>
                </a:extLst>
              </p:cNvPr>
              <p:cNvSpPr txBox="1"/>
              <p:nvPr/>
            </p:nvSpPr>
            <p:spPr>
              <a:xfrm>
                <a:off x="4275712" y="4585735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1937FF4-C010-7961-1FC6-568794426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712" y="4585735"/>
                <a:ext cx="468398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A80AB34-9ED7-6D04-EB3D-7EC123889D38}"/>
                  </a:ext>
                </a:extLst>
              </p:cNvPr>
              <p:cNvSpPr txBox="1"/>
              <p:nvPr/>
            </p:nvSpPr>
            <p:spPr>
              <a:xfrm>
                <a:off x="7166110" y="4581197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A80AB34-9ED7-6D04-EB3D-7EC123889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110" y="4581197"/>
                <a:ext cx="468398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5E4AB70-6250-DFCA-FF40-538B1093BE47}"/>
                  </a:ext>
                </a:extLst>
              </p:cNvPr>
              <p:cNvSpPr txBox="1"/>
              <p:nvPr/>
            </p:nvSpPr>
            <p:spPr>
              <a:xfrm>
                <a:off x="9512599" y="4572446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5E4AB70-6250-DFCA-FF40-538B1093B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99" y="4572446"/>
                <a:ext cx="46839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669397-2311-B397-3F5A-CE37D67B4566}"/>
                  </a:ext>
                </a:extLst>
              </p:cNvPr>
              <p:cNvSpPr txBox="1"/>
              <p:nvPr/>
            </p:nvSpPr>
            <p:spPr>
              <a:xfrm>
                <a:off x="4002605" y="571488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669397-2311-B397-3F5A-CE37D67B4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605" y="5714880"/>
                <a:ext cx="468398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508D290-860B-6565-297A-CF9490B0F675}"/>
                  </a:ext>
                </a:extLst>
              </p:cNvPr>
              <p:cNvSpPr txBox="1"/>
              <p:nvPr/>
            </p:nvSpPr>
            <p:spPr>
              <a:xfrm>
                <a:off x="7478172" y="5714880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508D290-860B-6565-297A-CF9490B0F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172" y="5714880"/>
                <a:ext cx="468398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4A21D68-7BED-C05E-9CC6-CCB6E0C99EB5}"/>
                  </a:ext>
                </a:extLst>
              </p:cNvPr>
              <p:cNvSpPr txBox="1"/>
              <p:nvPr/>
            </p:nvSpPr>
            <p:spPr>
              <a:xfrm>
                <a:off x="5223998" y="6277115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4A21D68-7BED-C05E-9CC6-CCB6E0C99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998" y="6277115"/>
                <a:ext cx="468398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65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A585-8A96-C52C-BFA2-C19F9C2F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D0916-0F75-EEE9-807D-B424DB732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4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F882C8-CA24-D11F-F499-10BEE0FEF3EE}"/>
              </a:ext>
            </a:extLst>
          </p:cNvPr>
          <p:cNvSpPr/>
          <p:nvPr/>
        </p:nvSpPr>
        <p:spPr>
          <a:xfrm>
            <a:off x="1887435" y="12246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6B78967-BF17-0A7C-6FAD-D136F54CB45A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FDF8A54-4A80-9D11-E13D-16ECB8591E53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87016B-61F2-6601-0E7E-70156BD9BC3B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03F44D0-825B-27ED-A54F-1B0C6EE2012F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EABE1F90-4E9E-C1A5-B1AB-C513D0046E8D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1274197" y="2582332"/>
            <a:ext cx="1816486" cy="64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B157257D-19E9-A36B-7A7F-DC7893D575A7}"/>
              </a:ext>
            </a:extLst>
          </p:cNvPr>
          <p:cNvCxnSpPr>
            <a:cxnSpLocks/>
            <a:endCxn id="155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椭圆 154">
            <a:extLst>
              <a:ext uri="{FF2B5EF4-FFF2-40B4-BE49-F238E27FC236}">
                <a16:creationId xmlns:a16="http://schemas.microsoft.com/office/drawing/2014/main" id="{4E5764DD-1331-9960-E521-6729928E0A7A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0A26DB03-538D-BC75-42EF-9CDD412839B6}"/>
              </a:ext>
            </a:extLst>
          </p:cNvPr>
          <p:cNvCxnSpPr>
            <a:cxnSpLocks/>
            <a:stCxn id="155" idx="4"/>
            <a:endCxn id="43" idx="0"/>
          </p:cNvCxnSpPr>
          <p:nvPr/>
        </p:nvCxnSpPr>
        <p:spPr>
          <a:xfrm flipH="1">
            <a:off x="2720771" y="3382177"/>
            <a:ext cx="1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椭圆 156">
            <a:extLst>
              <a:ext uri="{FF2B5EF4-FFF2-40B4-BE49-F238E27FC236}">
                <a16:creationId xmlns:a16="http://schemas.microsoft.com/office/drawing/2014/main" id="{1D128D08-0D8D-6F7F-24C4-E9CCB5E0A6DF}"/>
              </a:ext>
            </a:extLst>
          </p:cNvPr>
          <p:cNvSpPr/>
          <p:nvPr/>
        </p:nvSpPr>
        <p:spPr>
          <a:xfrm>
            <a:off x="2533734" y="457380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57071201-0EBB-AC9D-1397-33D8ED939F67}"/>
              </a:ext>
            </a:extLst>
          </p:cNvPr>
          <p:cNvCxnSpPr>
            <a:cxnSpLocks/>
            <a:stCxn id="157" idx="6"/>
            <a:endCxn id="164" idx="2"/>
          </p:cNvCxnSpPr>
          <p:nvPr/>
        </p:nvCxnSpPr>
        <p:spPr>
          <a:xfrm>
            <a:off x="2907807" y="4760843"/>
            <a:ext cx="9020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>
            <a:extLst>
              <a:ext uri="{FF2B5EF4-FFF2-40B4-BE49-F238E27FC236}">
                <a16:creationId xmlns:a16="http://schemas.microsoft.com/office/drawing/2014/main" id="{DFB99AC3-2233-D1B7-E059-D1A7A27B5F5B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81C8B6FA-72D6-2410-DBF7-4958DB8E0456}"/>
              </a:ext>
            </a:extLst>
          </p:cNvPr>
          <p:cNvCxnSpPr>
            <a:cxnSpLocks/>
            <a:stCxn id="159" idx="3"/>
            <a:endCxn id="166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E6C6151D-0BA6-BF3D-C80D-701CCA8E0667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椭圆 161">
            <a:extLst>
              <a:ext uri="{FF2B5EF4-FFF2-40B4-BE49-F238E27FC236}">
                <a16:creationId xmlns:a16="http://schemas.microsoft.com/office/drawing/2014/main" id="{DDC84C53-7A9D-9E01-8B73-012F470AAC5C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BBE2E494-2945-B2CE-E96B-6EC0B708A971}"/>
              </a:ext>
            </a:extLst>
          </p:cNvPr>
          <p:cNvSpPr/>
          <p:nvPr/>
        </p:nvSpPr>
        <p:spPr>
          <a:xfrm>
            <a:off x="3809827" y="457380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7676B23-EA2C-E42D-1B8C-55CC73768C6F}"/>
              </a:ext>
            </a:extLst>
          </p:cNvPr>
          <p:cNvCxnSpPr>
            <a:cxnSpLocks/>
            <a:stCxn id="164" idx="6"/>
            <a:endCxn id="172" idx="2"/>
          </p:cNvCxnSpPr>
          <p:nvPr/>
        </p:nvCxnSpPr>
        <p:spPr>
          <a:xfrm flipV="1">
            <a:off x="4183900" y="4759840"/>
            <a:ext cx="900224" cy="1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89751F2C-0799-123B-7723-F1C4ACFD034D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232E4BD2-B463-8212-95F6-EC5D07E62C13}"/>
              </a:ext>
            </a:extLst>
          </p:cNvPr>
          <p:cNvCxnSpPr>
            <a:cxnSpLocks/>
            <a:stCxn id="166" idx="3"/>
            <a:endCxn id="174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948D11AA-9326-7E19-9E66-690E4BE4867B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6425C1E6-32C8-023E-6BD8-3D4C34D01294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1D18E192-87D9-ED30-6235-28044EFED08D}"/>
              </a:ext>
            </a:extLst>
          </p:cNvPr>
          <p:cNvSpPr/>
          <p:nvPr/>
        </p:nvSpPr>
        <p:spPr>
          <a:xfrm>
            <a:off x="5084124" y="457280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83A5D0E9-D1AD-1E30-F02F-1B39E393FC86}"/>
              </a:ext>
            </a:extLst>
          </p:cNvPr>
          <p:cNvCxnSpPr>
            <a:cxnSpLocks/>
            <a:stCxn id="172" idx="6"/>
            <a:endCxn id="179" idx="2"/>
          </p:cNvCxnSpPr>
          <p:nvPr/>
        </p:nvCxnSpPr>
        <p:spPr>
          <a:xfrm>
            <a:off x="5458197" y="4759840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887DEFAB-08DC-6211-F587-AF4355F2A69E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84502214-786C-01AD-16EF-3F7BA8DF09C8}"/>
              </a:ext>
            </a:extLst>
          </p:cNvPr>
          <p:cNvCxnSpPr>
            <a:cxnSpLocks/>
            <a:stCxn id="174" idx="3"/>
            <a:endCxn id="181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C0AD58D5-E30E-7334-FE5B-65BFA6655091}"/>
              </a:ext>
            </a:extLst>
          </p:cNvPr>
          <p:cNvCxnSpPr>
            <a:cxnSpLocks/>
            <a:endCxn id="177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椭圆 176">
            <a:extLst>
              <a:ext uri="{FF2B5EF4-FFF2-40B4-BE49-F238E27FC236}">
                <a16:creationId xmlns:a16="http://schemas.microsoft.com/office/drawing/2014/main" id="{9F5B4849-9E6A-C6EE-B215-1295350D3A88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CB5B1A47-48C2-2189-7CEA-0B38BB7E46E0}"/>
              </a:ext>
            </a:extLst>
          </p:cNvPr>
          <p:cNvSpPr/>
          <p:nvPr/>
        </p:nvSpPr>
        <p:spPr>
          <a:xfrm>
            <a:off x="6359316" y="457280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AC33A341-91CB-F792-BE17-54DEF096125A}"/>
              </a:ext>
            </a:extLst>
          </p:cNvPr>
          <p:cNvCxnSpPr>
            <a:cxnSpLocks/>
            <a:stCxn id="179" idx="6"/>
            <a:endCxn id="186" idx="2"/>
          </p:cNvCxnSpPr>
          <p:nvPr/>
        </p:nvCxnSpPr>
        <p:spPr>
          <a:xfrm flipV="1">
            <a:off x="6733389" y="4759839"/>
            <a:ext cx="90111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C166F090-B77F-2B8D-3BA6-88660922127F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7D12229-0E1E-0938-8C3F-FE766543965C}"/>
              </a:ext>
            </a:extLst>
          </p:cNvPr>
          <p:cNvCxnSpPr>
            <a:cxnSpLocks/>
            <a:stCxn id="181" idx="3"/>
            <a:endCxn id="188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AE4BBB5A-D5B5-94C2-C6F1-3B62777A25D7}"/>
              </a:ext>
            </a:extLst>
          </p:cNvPr>
          <p:cNvCxnSpPr>
            <a:cxnSpLocks/>
            <a:endCxn id="184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椭圆 183">
            <a:extLst>
              <a:ext uri="{FF2B5EF4-FFF2-40B4-BE49-F238E27FC236}">
                <a16:creationId xmlns:a16="http://schemas.microsoft.com/office/drawing/2014/main" id="{1E600AD4-7429-42F4-36C6-011AA97C869A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D0FF69A1-EA49-06F1-CEF6-10A9ACBD80F6}"/>
              </a:ext>
            </a:extLst>
          </p:cNvPr>
          <p:cNvSpPr/>
          <p:nvPr/>
        </p:nvSpPr>
        <p:spPr>
          <a:xfrm>
            <a:off x="7634506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5E0C551D-F944-354F-E29F-16F2F7B11471}"/>
              </a:ext>
            </a:extLst>
          </p:cNvPr>
          <p:cNvCxnSpPr>
            <a:cxnSpLocks/>
            <a:stCxn id="186" idx="6"/>
            <a:endCxn id="193" idx="2"/>
          </p:cNvCxnSpPr>
          <p:nvPr/>
        </p:nvCxnSpPr>
        <p:spPr>
          <a:xfrm>
            <a:off x="8008579" y="4759839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>
            <a:extLst>
              <a:ext uri="{FF2B5EF4-FFF2-40B4-BE49-F238E27FC236}">
                <a16:creationId xmlns:a16="http://schemas.microsoft.com/office/drawing/2014/main" id="{9F14260F-DA26-6E4B-39EF-5F5B5049698D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A1FBDA97-F10E-E05B-1E1C-C5075140EF52}"/>
              </a:ext>
            </a:extLst>
          </p:cNvPr>
          <p:cNvCxnSpPr>
            <a:cxnSpLocks/>
            <a:stCxn id="188" idx="3"/>
            <a:endCxn id="195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8786952-D814-2A6B-6B2F-CDA9554457D9}"/>
              </a:ext>
            </a:extLst>
          </p:cNvPr>
          <p:cNvCxnSpPr>
            <a:cxnSpLocks/>
            <a:endCxn id="191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椭圆 190">
            <a:extLst>
              <a:ext uri="{FF2B5EF4-FFF2-40B4-BE49-F238E27FC236}">
                <a16:creationId xmlns:a16="http://schemas.microsoft.com/office/drawing/2014/main" id="{06694D58-16EE-4A96-E122-D579F41AEAD6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D3A5E6A4-22E3-D8D7-F1FB-4FA9282DEE24}"/>
              </a:ext>
            </a:extLst>
          </p:cNvPr>
          <p:cNvSpPr/>
          <p:nvPr/>
        </p:nvSpPr>
        <p:spPr>
          <a:xfrm>
            <a:off x="8909694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EB247D4B-BB65-5EA3-C0B4-489DEE782DD2}"/>
              </a:ext>
            </a:extLst>
          </p:cNvPr>
          <p:cNvCxnSpPr>
            <a:cxnSpLocks/>
            <a:stCxn id="193" idx="6"/>
            <a:endCxn id="199" idx="2"/>
          </p:cNvCxnSpPr>
          <p:nvPr/>
        </p:nvCxnSpPr>
        <p:spPr>
          <a:xfrm>
            <a:off x="9283767" y="4759839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矩形 194">
            <a:extLst>
              <a:ext uri="{FF2B5EF4-FFF2-40B4-BE49-F238E27FC236}">
                <a16:creationId xmlns:a16="http://schemas.microsoft.com/office/drawing/2014/main" id="{3942C253-BE3F-7754-5C30-B2158EDD5780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441412A6-B538-086E-7281-29F9FD5074C9}"/>
              </a:ext>
            </a:extLst>
          </p:cNvPr>
          <p:cNvCxnSpPr>
            <a:cxnSpLocks/>
            <a:endCxn id="197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F7FD1600-809C-9791-6B80-31FE2A0A519A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2EFC8081-D306-8BA6-8106-88D8F47D36D4}"/>
              </a:ext>
            </a:extLst>
          </p:cNvPr>
          <p:cNvSpPr/>
          <p:nvPr/>
        </p:nvSpPr>
        <p:spPr>
          <a:xfrm>
            <a:off x="10184887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9714C997-5CA6-394D-E656-29C5F864F421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10558960" y="4759839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1713CDC1-0DD4-3931-CCEF-C07D645F6488}"/>
              </a:ext>
            </a:extLst>
          </p:cNvPr>
          <p:cNvCxnSpPr>
            <a:cxnSpLocks/>
            <a:endCxn id="203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>
            <a:extLst>
              <a:ext uri="{FF2B5EF4-FFF2-40B4-BE49-F238E27FC236}">
                <a16:creationId xmlns:a16="http://schemas.microsoft.com/office/drawing/2014/main" id="{1AD4E6A6-34DB-75C0-35AE-87FF928C580B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24DC2BE2-CCE9-D144-BFA2-1A2B9309FD16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24DC2BE2-CCE9-D144-BFA2-1A2B9309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2DA6FB28-BF57-74D3-D4EB-1B8D2B06E333}"/>
                  </a:ext>
                </a:extLst>
              </p:cNvPr>
              <p:cNvSpPr txBox="1"/>
              <p:nvPr/>
            </p:nvSpPr>
            <p:spPr>
              <a:xfrm>
                <a:off x="11369858" y="4473628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2DA6FB28-BF57-74D3-D4EB-1B8D2B06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9858" y="4473628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84B71B8F-E2A9-A42F-3B02-817FF2DFE19F}"/>
              </a:ext>
            </a:extLst>
          </p:cNvPr>
          <p:cNvCxnSpPr>
            <a:cxnSpLocks/>
            <a:stCxn id="195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6518CEF3-1A59-AB33-E0CF-28FB26FD9849}"/>
              </a:ext>
            </a:extLst>
          </p:cNvPr>
          <p:cNvCxnSpPr>
            <a:cxnSpLocks/>
            <a:endCxn id="203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9868EF17-E99E-54F4-3BD9-B61771571828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9868EF17-E99E-54F4-3BD9-B61771571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98BB5CB4-DB3C-50E4-37E0-2EED29615967}"/>
              </a:ext>
            </a:extLst>
          </p:cNvPr>
          <p:cNvCxnSpPr>
            <a:cxnSpLocks/>
            <a:endCxn id="155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2B95957E-887F-A86D-8950-9BA5FE9A5725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2B95957E-887F-A86D-8950-9BA5FE9A5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81F0A51A-6214-0D83-C76A-8F2255C467CE}"/>
              </a:ext>
            </a:extLst>
          </p:cNvPr>
          <p:cNvCxnSpPr>
            <a:cxnSpLocks/>
            <a:endCxn id="162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9ED19DE9-AE1D-19AA-0187-8A4CED3F8087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9ED19DE9-AE1D-19AA-0187-8A4CED3F8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BA0998EA-8EAE-FB79-18CC-9449A3E422C1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C78198-041B-E748-4E0B-65C1826DE5EE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C78198-041B-E748-4E0B-65C1826D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1F7ECD66-ADBB-BF28-378A-DF2A86183A7E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B9001DD7-DAB9-E3E9-5989-4F1B634714A6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B9001DD7-DAB9-E3E9-5989-4F1B63471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B1308DF0-32FF-A64E-DA71-3F2E7F28C45F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81785303-F10E-7DA0-B19D-196E2A5707B0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81785303-F10E-7DA0-B19D-196E2A570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AFCFD405-A953-9A35-601F-560FEE2A54BF}"/>
              </a:ext>
            </a:extLst>
          </p:cNvPr>
          <p:cNvCxnSpPr>
            <a:cxnSpLocks/>
            <a:endCxn id="191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2CDAD127-9D6E-6533-5382-B71A92C90A25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2CDAD127-9D6E-6533-5382-B71A92C9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A477AD0F-CC04-FC10-4140-BE7459016520}"/>
              </a:ext>
            </a:extLst>
          </p:cNvPr>
          <p:cNvCxnSpPr>
            <a:cxnSpLocks/>
            <a:endCxn id="197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909A9181-50D3-B7DE-04E3-4DB12833FBF8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909A9181-50D3-B7DE-04E3-4DB12833F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588F2413-A8B6-8A90-F632-7EC8F2CBAAEA}"/>
              </a:ext>
            </a:extLst>
          </p:cNvPr>
          <p:cNvCxnSpPr>
            <a:cxnSpLocks/>
            <a:stCxn id="203" idx="4"/>
            <a:endCxn id="157" idx="2"/>
          </p:cNvCxnSpPr>
          <p:nvPr/>
        </p:nvCxnSpPr>
        <p:spPr>
          <a:xfrm rot="16200000" flipH="1">
            <a:off x="1300322" y="3527431"/>
            <a:ext cx="1378666" cy="1088158"/>
          </a:xfrm>
          <a:prstGeom prst="bent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FECCC6F-4971-5DF4-930C-110A213A9965}"/>
              </a:ext>
            </a:extLst>
          </p:cNvPr>
          <p:cNvSpPr/>
          <p:nvPr/>
        </p:nvSpPr>
        <p:spPr>
          <a:xfrm>
            <a:off x="2533734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D1EE7C0-EABF-093E-9F92-F44199AF0E4C}"/>
              </a:ext>
            </a:extLst>
          </p:cNvPr>
          <p:cNvCxnSpPr>
            <a:cxnSpLocks/>
            <a:stCxn id="43" idx="2"/>
            <a:endCxn id="157" idx="0"/>
          </p:cNvCxnSpPr>
          <p:nvPr/>
        </p:nvCxnSpPr>
        <p:spPr>
          <a:xfrm>
            <a:off x="2720771" y="4194215"/>
            <a:ext cx="0" cy="379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80FA1DD-6ED2-6651-F031-AE14FA8F5777}"/>
              </a:ext>
            </a:extLst>
          </p:cNvPr>
          <p:cNvCxnSpPr>
            <a:cxnSpLocks/>
            <a:stCxn id="162" idx="4"/>
            <a:endCxn id="51" idx="0"/>
          </p:cNvCxnSpPr>
          <p:nvPr/>
        </p:nvCxnSpPr>
        <p:spPr>
          <a:xfrm flipH="1">
            <a:off x="3995966" y="3382177"/>
            <a:ext cx="1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827AB9ED-B84B-6469-249C-041CB4FF65CB}"/>
              </a:ext>
            </a:extLst>
          </p:cNvPr>
          <p:cNvSpPr/>
          <p:nvPr/>
        </p:nvSpPr>
        <p:spPr>
          <a:xfrm>
            <a:off x="3808929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7A04098-ED1C-1B31-28DC-837E980A5A26}"/>
              </a:ext>
            </a:extLst>
          </p:cNvPr>
          <p:cNvCxnSpPr>
            <a:cxnSpLocks/>
            <a:stCxn id="51" idx="2"/>
            <a:endCxn id="164" idx="0"/>
          </p:cNvCxnSpPr>
          <p:nvPr/>
        </p:nvCxnSpPr>
        <p:spPr>
          <a:xfrm>
            <a:off x="3995966" y="4194215"/>
            <a:ext cx="898" cy="379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A13597C-2E66-A061-F05A-36E13A5BC775}"/>
              </a:ext>
            </a:extLst>
          </p:cNvPr>
          <p:cNvCxnSpPr>
            <a:cxnSpLocks/>
            <a:stCxn id="169" idx="4"/>
            <a:endCxn id="54" idx="0"/>
          </p:cNvCxnSpPr>
          <p:nvPr/>
        </p:nvCxnSpPr>
        <p:spPr>
          <a:xfrm flipH="1">
            <a:off x="5270456" y="3382177"/>
            <a:ext cx="705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BE8BD8E6-8C30-F9DB-204C-8A1861E87E72}"/>
              </a:ext>
            </a:extLst>
          </p:cNvPr>
          <p:cNvSpPr/>
          <p:nvPr/>
        </p:nvSpPr>
        <p:spPr>
          <a:xfrm>
            <a:off x="5083419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F74768D-5229-42F3-4F4D-64BB9EF0BA2A}"/>
              </a:ext>
            </a:extLst>
          </p:cNvPr>
          <p:cNvCxnSpPr>
            <a:cxnSpLocks/>
            <a:stCxn id="54" idx="2"/>
            <a:endCxn id="172" idx="0"/>
          </p:cNvCxnSpPr>
          <p:nvPr/>
        </p:nvCxnSpPr>
        <p:spPr>
          <a:xfrm>
            <a:off x="5270456" y="4194215"/>
            <a:ext cx="705" cy="3785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48DE1CF-2BD1-94A7-4F30-F6D7149BE616}"/>
              </a:ext>
            </a:extLst>
          </p:cNvPr>
          <p:cNvCxnSpPr>
            <a:cxnSpLocks/>
            <a:stCxn id="177" idx="4"/>
            <a:endCxn id="62" idx="0"/>
          </p:cNvCxnSpPr>
          <p:nvPr/>
        </p:nvCxnSpPr>
        <p:spPr>
          <a:xfrm flipH="1">
            <a:off x="6544754" y="3382177"/>
            <a:ext cx="1600" cy="437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395C026-C9F4-F49E-12F1-7CA29D0EEA4B}"/>
              </a:ext>
            </a:extLst>
          </p:cNvPr>
          <p:cNvSpPr/>
          <p:nvPr/>
        </p:nvSpPr>
        <p:spPr>
          <a:xfrm>
            <a:off x="6357717" y="382014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75F87A6-1A13-AC2B-82FE-5432A68E591A}"/>
              </a:ext>
            </a:extLst>
          </p:cNvPr>
          <p:cNvCxnSpPr>
            <a:cxnSpLocks/>
            <a:stCxn id="62" idx="2"/>
            <a:endCxn id="179" idx="0"/>
          </p:cNvCxnSpPr>
          <p:nvPr/>
        </p:nvCxnSpPr>
        <p:spPr>
          <a:xfrm>
            <a:off x="6544754" y="4194214"/>
            <a:ext cx="1599" cy="378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1885E085-2605-908B-69AC-56942BA2950F}"/>
              </a:ext>
            </a:extLst>
          </p:cNvPr>
          <p:cNvCxnSpPr>
            <a:cxnSpLocks/>
            <a:stCxn id="184" idx="4"/>
            <a:endCxn id="129" idx="0"/>
          </p:cNvCxnSpPr>
          <p:nvPr/>
        </p:nvCxnSpPr>
        <p:spPr>
          <a:xfrm flipH="1">
            <a:off x="7821543" y="3382177"/>
            <a:ext cx="3" cy="4368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4697426-A7C7-7AEE-D304-07C469814EAC}"/>
              </a:ext>
            </a:extLst>
          </p:cNvPr>
          <p:cNvSpPr/>
          <p:nvPr/>
        </p:nvSpPr>
        <p:spPr>
          <a:xfrm>
            <a:off x="7634506" y="381905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1D7C9400-B6E5-8CF7-E47B-5C1F6067EC24}"/>
              </a:ext>
            </a:extLst>
          </p:cNvPr>
          <p:cNvCxnSpPr>
            <a:cxnSpLocks/>
            <a:stCxn id="129" idx="2"/>
            <a:endCxn id="186" idx="0"/>
          </p:cNvCxnSpPr>
          <p:nvPr/>
        </p:nvCxnSpPr>
        <p:spPr>
          <a:xfrm>
            <a:off x="7821543" y="4193126"/>
            <a:ext cx="0" cy="379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F2DD932C-1C20-AD59-D489-B83CF28F4E61}"/>
              </a:ext>
            </a:extLst>
          </p:cNvPr>
          <p:cNvCxnSpPr>
            <a:cxnSpLocks/>
            <a:stCxn id="191" idx="4"/>
            <a:endCxn id="132" idx="0"/>
          </p:cNvCxnSpPr>
          <p:nvPr/>
        </p:nvCxnSpPr>
        <p:spPr>
          <a:xfrm flipH="1">
            <a:off x="9096730" y="3382177"/>
            <a:ext cx="6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DD0584CF-CFA7-95DC-7EFC-037842B1E7E9}"/>
              </a:ext>
            </a:extLst>
          </p:cNvPr>
          <p:cNvSpPr/>
          <p:nvPr/>
        </p:nvSpPr>
        <p:spPr>
          <a:xfrm>
            <a:off x="8909693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06CE1C6F-4CE1-8B8E-BE6D-70F852F9735A}"/>
              </a:ext>
            </a:extLst>
          </p:cNvPr>
          <p:cNvCxnSpPr>
            <a:cxnSpLocks/>
            <a:stCxn id="132" idx="2"/>
            <a:endCxn id="193" idx="0"/>
          </p:cNvCxnSpPr>
          <p:nvPr/>
        </p:nvCxnSpPr>
        <p:spPr>
          <a:xfrm>
            <a:off x="9096730" y="4194215"/>
            <a:ext cx="1" cy="3785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0C1EF08F-39F3-458E-5DDD-2230D5D09EBB}"/>
              </a:ext>
            </a:extLst>
          </p:cNvPr>
          <p:cNvCxnSpPr>
            <a:cxnSpLocks/>
            <a:stCxn id="197" idx="4"/>
            <a:endCxn id="135" idx="0"/>
          </p:cNvCxnSpPr>
          <p:nvPr/>
        </p:nvCxnSpPr>
        <p:spPr>
          <a:xfrm flipH="1">
            <a:off x="10371924" y="3382177"/>
            <a:ext cx="1" cy="437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B2FEA72F-9A27-8798-204D-1FF20C5FBB58}"/>
              </a:ext>
            </a:extLst>
          </p:cNvPr>
          <p:cNvSpPr/>
          <p:nvPr/>
        </p:nvSpPr>
        <p:spPr>
          <a:xfrm>
            <a:off x="10184887" y="382014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E1C36124-EF7D-C74B-F141-861A02FEC999}"/>
              </a:ext>
            </a:extLst>
          </p:cNvPr>
          <p:cNvCxnSpPr>
            <a:cxnSpLocks/>
            <a:stCxn id="135" idx="2"/>
            <a:endCxn id="199" idx="0"/>
          </p:cNvCxnSpPr>
          <p:nvPr/>
        </p:nvCxnSpPr>
        <p:spPr>
          <a:xfrm>
            <a:off x="10371924" y="4194214"/>
            <a:ext cx="0" cy="3785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A84EF8AE-E68A-907D-82D7-BB7D623458DD}"/>
                  </a:ext>
                </a:extLst>
              </p:cNvPr>
              <p:cNvSpPr txBox="1"/>
              <p:nvPr/>
            </p:nvSpPr>
            <p:spPr>
              <a:xfrm>
                <a:off x="918529" y="3369682"/>
                <a:ext cx="532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A84EF8AE-E68A-907D-82D7-BB7D62345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29" y="3369682"/>
                <a:ext cx="53283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E8DE5757-E183-15C3-AF4C-16B7308C7467}"/>
                  </a:ext>
                </a:extLst>
              </p:cNvPr>
              <p:cNvSpPr txBox="1"/>
              <p:nvPr/>
            </p:nvSpPr>
            <p:spPr>
              <a:xfrm>
                <a:off x="2189195" y="338691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E8DE5757-E183-15C3-AF4C-16B7308C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195" y="3386918"/>
                <a:ext cx="53816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A6019C21-2A62-8BB3-DCE5-127E9D0284CC}"/>
                  </a:ext>
                </a:extLst>
              </p:cNvPr>
              <p:cNvSpPr txBox="1"/>
              <p:nvPr/>
            </p:nvSpPr>
            <p:spPr>
              <a:xfrm>
                <a:off x="3485803" y="3370825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A6019C21-2A62-8BB3-DCE5-127E9D028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03" y="3370825"/>
                <a:ext cx="53816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A7410933-D501-0FB4-A824-0E4821F2F0CE}"/>
                  </a:ext>
                </a:extLst>
              </p:cNvPr>
              <p:cNvSpPr txBox="1"/>
              <p:nvPr/>
            </p:nvSpPr>
            <p:spPr>
              <a:xfrm>
                <a:off x="4766335" y="338691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A7410933-D501-0FB4-A824-0E4821F2F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35" y="3386918"/>
                <a:ext cx="53816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6DA96491-42B0-7E75-46E0-3B12CD031582}"/>
                  </a:ext>
                </a:extLst>
              </p:cNvPr>
              <p:cNvSpPr txBox="1"/>
              <p:nvPr/>
            </p:nvSpPr>
            <p:spPr>
              <a:xfrm>
                <a:off x="6052509" y="337028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6DA96491-42B0-7E75-46E0-3B12CD031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09" y="3370288"/>
                <a:ext cx="53816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2868B480-3AD9-FC24-068E-A04E0F90494A}"/>
                  </a:ext>
                </a:extLst>
              </p:cNvPr>
              <p:cNvSpPr txBox="1"/>
              <p:nvPr/>
            </p:nvSpPr>
            <p:spPr>
              <a:xfrm>
                <a:off x="7368087" y="3379167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2868B480-3AD9-FC24-068E-A04E0F904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087" y="3379167"/>
                <a:ext cx="53816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B916274-EDE2-C61E-BBD9-728952243266}"/>
                  </a:ext>
                </a:extLst>
              </p:cNvPr>
              <p:cNvSpPr txBox="1"/>
              <p:nvPr/>
            </p:nvSpPr>
            <p:spPr>
              <a:xfrm>
                <a:off x="8569685" y="338454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B916274-EDE2-C61E-BBD9-72895224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685" y="3384548"/>
                <a:ext cx="53816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EC52D302-EF1A-40E5-A3EB-6937AA882FEC}"/>
                  </a:ext>
                </a:extLst>
              </p:cNvPr>
              <p:cNvSpPr txBox="1"/>
              <p:nvPr/>
            </p:nvSpPr>
            <p:spPr>
              <a:xfrm>
                <a:off x="9861767" y="338454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EC52D302-EF1A-40E5-A3EB-6937AA882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1767" y="3384548"/>
                <a:ext cx="53816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4D80BC7C-F3A6-1709-0733-2E7A278D317B}"/>
                  </a:ext>
                </a:extLst>
              </p:cNvPr>
              <p:cNvSpPr txBox="1"/>
              <p:nvPr/>
            </p:nvSpPr>
            <p:spPr>
              <a:xfrm>
                <a:off x="2473234" y="5014142"/>
                <a:ext cx="495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4D80BC7C-F3A6-1709-0733-2E7A278D3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234" y="5014142"/>
                <a:ext cx="49507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C426CD42-6778-4751-7097-3DB49AE4C556}"/>
                  </a:ext>
                </a:extLst>
              </p:cNvPr>
              <p:cNvSpPr txBox="1"/>
              <p:nvPr/>
            </p:nvSpPr>
            <p:spPr>
              <a:xfrm>
                <a:off x="3808929" y="5011771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C426CD42-6778-4751-7097-3DB49AE4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929" y="5011771"/>
                <a:ext cx="50039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C6202640-B865-29BA-A66A-3DBB45FCA61B}"/>
                  </a:ext>
                </a:extLst>
              </p:cNvPr>
              <p:cNvSpPr txBox="1"/>
              <p:nvPr/>
            </p:nvSpPr>
            <p:spPr>
              <a:xfrm>
                <a:off x="5022919" y="5015509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C6202640-B865-29BA-A66A-3DBB45FCA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919" y="5015509"/>
                <a:ext cx="50039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BD5E28B-91B8-0010-91D1-F5A8C6C65C48}"/>
                  </a:ext>
                </a:extLst>
              </p:cNvPr>
              <p:cNvSpPr txBox="1"/>
              <p:nvPr/>
            </p:nvSpPr>
            <p:spPr>
              <a:xfrm>
                <a:off x="6359316" y="5003282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BD5E28B-91B8-0010-91D1-F5A8C6C65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316" y="5003282"/>
                <a:ext cx="50039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461CAF5C-28B5-32E5-7435-A9E2AE51024F}"/>
                  </a:ext>
                </a:extLst>
              </p:cNvPr>
              <p:cNvSpPr txBox="1"/>
              <p:nvPr/>
            </p:nvSpPr>
            <p:spPr>
              <a:xfrm>
                <a:off x="7634506" y="5000912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461CAF5C-28B5-32E5-7435-A9E2AE510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506" y="5000912"/>
                <a:ext cx="50039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F35AE084-5734-7DFC-5591-52CE9A7ED93B}"/>
                  </a:ext>
                </a:extLst>
              </p:cNvPr>
              <p:cNvSpPr txBox="1"/>
              <p:nvPr/>
            </p:nvSpPr>
            <p:spPr>
              <a:xfrm>
                <a:off x="8909694" y="5000911"/>
                <a:ext cx="49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F35AE084-5734-7DFC-5591-52CE9A7ED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694" y="5000911"/>
                <a:ext cx="495071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095F9867-9EB3-CAAE-F607-18FCED8C8DA9}"/>
                  </a:ext>
                </a:extLst>
              </p:cNvPr>
              <p:cNvSpPr txBox="1"/>
              <p:nvPr/>
            </p:nvSpPr>
            <p:spPr>
              <a:xfrm>
                <a:off x="10184887" y="4994504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095F9867-9EB3-CAAE-F607-18FCED8C8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887" y="4994504"/>
                <a:ext cx="50039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5D068E-C7C3-752B-D1CA-0C33EE417D2C}"/>
                  </a:ext>
                </a:extLst>
              </p:cNvPr>
              <p:cNvSpPr txBox="1"/>
              <p:nvPr/>
            </p:nvSpPr>
            <p:spPr>
              <a:xfrm>
                <a:off x="246578" y="5398527"/>
                <a:ext cx="1177734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=0.96875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+0.65625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−0.5625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+0.375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−0.3125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+0.1875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−9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−0.125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−10</m:t>
                        </m:r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−9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−10</m:t>
                        </m:r>
                      </m:e>
                    </m:d>
                  </m:oMath>
                </a14:m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5D068E-C7C3-752B-D1CA-0C33EE417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5398527"/>
                <a:ext cx="11777346" cy="1200329"/>
              </a:xfrm>
              <a:prstGeom prst="rect">
                <a:avLst/>
              </a:prstGeom>
              <a:blipFill>
                <a:blip r:embed="rId28"/>
                <a:stretch>
                  <a:fillRect l="-311" t="-1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90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06E8-7864-8A6D-E69D-DAC392D6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015B4-FF79-A601-7E57-566795071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5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433D2C-47D0-8431-07B9-1CBFD8EF8E5F}"/>
              </a:ext>
            </a:extLst>
          </p:cNvPr>
          <p:cNvSpPr/>
          <p:nvPr/>
        </p:nvSpPr>
        <p:spPr>
          <a:xfrm>
            <a:off x="1887435" y="12246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329FF39-B94D-BB0E-BF0E-605022A3E342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9B0262-7D49-0A88-9EA7-28081014E74D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1313A3-E6AB-2E50-B2A6-33984087E600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527396B-EAA0-226F-A1FE-DACBD61C2470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00FCC215-CF17-46A5-986E-34CDE89A1C25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1274197" y="2582332"/>
            <a:ext cx="1816486" cy="64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35D724C6-DA51-1134-018F-1E7DDFB34024}"/>
              </a:ext>
            </a:extLst>
          </p:cNvPr>
          <p:cNvCxnSpPr>
            <a:cxnSpLocks/>
            <a:endCxn id="155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椭圆 154">
            <a:extLst>
              <a:ext uri="{FF2B5EF4-FFF2-40B4-BE49-F238E27FC236}">
                <a16:creationId xmlns:a16="http://schemas.microsoft.com/office/drawing/2014/main" id="{7081CA3D-5A2A-8949-7C58-1E20CFBE320F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1DAABEB3-FE21-43B3-A772-DC36ACB354EE}"/>
              </a:ext>
            </a:extLst>
          </p:cNvPr>
          <p:cNvCxnSpPr>
            <a:cxnSpLocks/>
            <a:stCxn id="155" idx="4"/>
            <a:endCxn id="43" idx="0"/>
          </p:cNvCxnSpPr>
          <p:nvPr/>
        </p:nvCxnSpPr>
        <p:spPr>
          <a:xfrm flipH="1">
            <a:off x="2720771" y="3382177"/>
            <a:ext cx="1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椭圆 156">
            <a:extLst>
              <a:ext uri="{FF2B5EF4-FFF2-40B4-BE49-F238E27FC236}">
                <a16:creationId xmlns:a16="http://schemas.microsoft.com/office/drawing/2014/main" id="{F6A1C5C9-B976-B539-6CF7-A774101D25FF}"/>
              </a:ext>
            </a:extLst>
          </p:cNvPr>
          <p:cNvSpPr/>
          <p:nvPr/>
        </p:nvSpPr>
        <p:spPr>
          <a:xfrm>
            <a:off x="2533734" y="457380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890E0E3F-7C34-9B65-E474-D920D7A09B06}"/>
              </a:ext>
            </a:extLst>
          </p:cNvPr>
          <p:cNvCxnSpPr>
            <a:cxnSpLocks/>
            <a:stCxn id="157" idx="6"/>
            <a:endCxn id="164" idx="2"/>
          </p:cNvCxnSpPr>
          <p:nvPr/>
        </p:nvCxnSpPr>
        <p:spPr>
          <a:xfrm>
            <a:off x="2907807" y="4760843"/>
            <a:ext cx="9020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>
            <a:extLst>
              <a:ext uri="{FF2B5EF4-FFF2-40B4-BE49-F238E27FC236}">
                <a16:creationId xmlns:a16="http://schemas.microsoft.com/office/drawing/2014/main" id="{B1AD4E7B-3DCF-55E9-A8E3-99787ED5EE46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640E1C0-EDB1-85A3-73AE-7BC48124778B}"/>
              </a:ext>
            </a:extLst>
          </p:cNvPr>
          <p:cNvCxnSpPr>
            <a:cxnSpLocks/>
            <a:stCxn id="159" idx="3"/>
            <a:endCxn id="166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7CAFD64B-FE6C-3E84-41DF-9FEA966AE171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椭圆 161">
            <a:extLst>
              <a:ext uri="{FF2B5EF4-FFF2-40B4-BE49-F238E27FC236}">
                <a16:creationId xmlns:a16="http://schemas.microsoft.com/office/drawing/2014/main" id="{8DB4FB4C-D6CF-9D74-0034-EB270B891104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0A10D8A7-E609-7581-34D0-9A0FEEEBFEAB}"/>
              </a:ext>
            </a:extLst>
          </p:cNvPr>
          <p:cNvSpPr/>
          <p:nvPr/>
        </p:nvSpPr>
        <p:spPr>
          <a:xfrm>
            <a:off x="3809827" y="457380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9859C12D-46DF-9F67-F69D-69AA92147C10}"/>
              </a:ext>
            </a:extLst>
          </p:cNvPr>
          <p:cNvCxnSpPr>
            <a:cxnSpLocks/>
            <a:stCxn id="164" idx="6"/>
            <a:endCxn id="172" idx="2"/>
          </p:cNvCxnSpPr>
          <p:nvPr/>
        </p:nvCxnSpPr>
        <p:spPr>
          <a:xfrm flipV="1">
            <a:off x="4183900" y="4759840"/>
            <a:ext cx="900224" cy="1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5B964798-045D-E87C-5F32-01351490306F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70279550-0141-2606-A761-0DF7743878F2}"/>
              </a:ext>
            </a:extLst>
          </p:cNvPr>
          <p:cNvCxnSpPr>
            <a:cxnSpLocks/>
            <a:stCxn id="166" idx="3"/>
            <a:endCxn id="174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9D4F714D-A10A-158E-D2AD-811B6C4178B8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7998C17F-F47D-A760-0786-F43D89E5A523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FDCFFE78-B414-C1F6-A22E-F2229408367C}"/>
              </a:ext>
            </a:extLst>
          </p:cNvPr>
          <p:cNvSpPr/>
          <p:nvPr/>
        </p:nvSpPr>
        <p:spPr>
          <a:xfrm>
            <a:off x="5084124" y="457280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CF40D3F5-923F-0192-6D89-2FC481D03033}"/>
              </a:ext>
            </a:extLst>
          </p:cNvPr>
          <p:cNvCxnSpPr>
            <a:cxnSpLocks/>
            <a:stCxn id="172" idx="6"/>
            <a:endCxn id="179" idx="2"/>
          </p:cNvCxnSpPr>
          <p:nvPr/>
        </p:nvCxnSpPr>
        <p:spPr>
          <a:xfrm>
            <a:off x="5458197" y="4759840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10CCF997-3F62-6B0F-C5DF-2E54C7524CF1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DA25DF60-E11B-5D23-8AE2-EA3E444E2B3B}"/>
              </a:ext>
            </a:extLst>
          </p:cNvPr>
          <p:cNvCxnSpPr>
            <a:cxnSpLocks/>
            <a:stCxn id="174" idx="3"/>
            <a:endCxn id="181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7B4D254A-16C7-AA53-C28D-3FC51EA8AD9F}"/>
              </a:ext>
            </a:extLst>
          </p:cNvPr>
          <p:cNvCxnSpPr>
            <a:cxnSpLocks/>
            <a:endCxn id="177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椭圆 176">
            <a:extLst>
              <a:ext uri="{FF2B5EF4-FFF2-40B4-BE49-F238E27FC236}">
                <a16:creationId xmlns:a16="http://schemas.microsoft.com/office/drawing/2014/main" id="{36FDFCFB-4551-4B1D-E6E2-1E74DDC38D0B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7EC07986-77FA-7DE7-0D65-48F7CFEFB20B}"/>
              </a:ext>
            </a:extLst>
          </p:cNvPr>
          <p:cNvSpPr/>
          <p:nvPr/>
        </p:nvSpPr>
        <p:spPr>
          <a:xfrm>
            <a:off x="6359316" y="457280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A3C887E7-92A9-B7F3-D38D-E9B0FE6E29BA}"/>
              </a:ext>
            </a:extLst>
          </p:cNvPr>
          <p:cNvCxnSpPr>
            <a:cxnSpLocks/>
            <a:stCxn id="179" idx="6"/>
            <a:endCxn id="186" idx="2"/>
          </p:cNvCxnSpPr>
          <p:nvPr/>
        </p:nvCxnSpPr>
        <p:spPr>
          <a:xfrm flipV="1">
            <a:off x="6733389" y="4759839"/>
            <a:ext cx="90111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3E0937BE-F5FF-F8DE-905F-8B45A4B30111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F9C28DCF-D9FE-A880-0EFB-C658EE3145A4}"/>
              </a:ext>
            </a:extLst>
          </p:cNvPr>
          <p:cNvCxnSpPr>
            <a:cxnSpLocks/>
            <a:stCxn id="181" idx="3"/>
            <a:endCxn id="188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D6DCEFCD-3576-AA64-ED43-623580C34EED}"/>
              </a:ext>
            </a:extLst>
          </p:cNvPr>
          <p:cNvCxnSpPr>
            <a:cxnSpLocks/>
            <a:endCxn id="184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椭圆 183">
            <a:extLst>
              <a:ext uri="{FF2B5EF4-FFF2-40B4-BE49-F238E27FC236}">
                <a16:creationId xmlns:a16="http://schemas.microsoft.com/office/drawing/2014/main" id="{E42F30B6-1BFE-BF43-4B99-F3A77C8BEEC0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BFF096C9-E665-13A3-3470-74ADA530B543}"/>
              </a:ext>
            </a:extLst>
          </p:cNvPr>
          <p:cNvSpPr/>
          <p:nvPr/>
        </p:nvSpPr>
        <p:spPr>
          <a:xfrm>
            <a:off x="7634506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F5FB67E4-8C96-BC19-F544-8A3043748A14}"/>
              </a:ext>
            </a:extLst>
          </p:cNvPr>
          <p:cNvCxnSpPr>
            <a:cxnSpLocks/>
            <a:stCxn id="186" idx="6"/>
            <a:endCxn id="193" idx="2"/>
          </p:cNvCxnSpPr>
          <p:nvPr/>
        </p:nvCxnSpPr>
        <p:spPr>
          <a:xfrm>
            <a:off x="8008579" y="4759839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>
            <a:extLst>
              <a:ext uri="{FF2B5EF4-FFF2-40B4-BE49-F238E27FC236}">
                <a16:creationId xmlns:a16="http://schemas.microsoft.com/office/drawing/2014/main" id="{D79F1742-3B7D-2039-8DD4-8E1E326CECDF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2C5996BD-D6FB-1F40-A6A0-9FADE7258A58}"/>
              </a:ext>
            </a:extLst>
          </p:cNvPr>
          <p:cNvCxnSpPr>
            <a:cxnSpLocks/>
            <a:stCxn id="188" idx="3"/>
            <a:endCxn id="195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3C1A4965-4556-E684-6E4A-347F626E8703}"/>
              </a:ext>
            </a:extLst>
          </p:cNvPr>
          <p:cNvCxnSpPr>
            <a:cxnSpLocks/>
            <a:endCxn id="191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椭圆 190">
            <a:extLst>
              <a:ext uri="{FF2B5EF4-FFF2-40B4-BE49-F238E27FC236}">
                <a16:creationId xmlns:a16="http://schemas.microsoft.com/office/drawing/2014/main" id="{0487BB4D-C137-2F1D-7791-183E9D1E0A18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7B4C41A4-B0E3-59E5-2F80-162235FF2A89}"/>
              </a:ext>
            </a:extLst>
          </p:cNvPr>
          <p:cNvSpPr/>
          <p:nvPr/>
        </p:nvSpPr>
        <p:spPr>
          <a:xfrm>
            <a:off x="8909694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818681F4-2D59-0078-C892-B43DEA6300FC}"/>
              </a:ext>
            </a:extLst>
          </p:cNvPr>
          <p:cNvCxnSpPr>
            <a:cxnSpLocks/>
            <a:stCxn id="193" idx="6"/>
            <a:endCxn id="199" idx="2"/>
          </p:cNvCxnSpPr>
          <p:nvPr/>
        </p:nvCxnSpPr>
        <p:spPr>
          <a:xfrm>
            <a:off x="9283767" y="4759839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矩形 194">
            <a:extLst>
              <a:ext uri="{FF2B5EF4-FFF2-40B4-BE49-F238E27FC236}">
                <a16:creationId xmlns:a16="http://schemas.microsoft.com/office/drawing/2014/main" id="{F0B7690E-70D0-77A4-873C-FE0031B146F3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40DB8802-B5E5-A083-2423-34F2C111426D}"/>
              </a:ext>
            </a:extLst>
          </p:cNvPr>
          <p:cNvCxnSpPr>
            <a:cxnSpLocks/>
            <a:endCxn id="197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F94099BD-C996-FD92-637E-C6A3FFE57F6B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3A6D51D7-D59A-1D69-1AE6-D25BA65D92FF}"/>
              </a:ext>
            </a:extLst>
          </p:cNvPr>
          <p:cNvSpPr/>
          <p:nvPr/>
        </p:nvSpPr>
        <p:spPr>
          <a:xfrm>
            <a:off x="10184887" y="4572802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08260F36-4B5E-ACB3-F7BC-BEA62A0E68BD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10558960" y="4759839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3ECD30FF-A3B9-0E1C-DA07-17021F60BC29}"/>
              </a:ext>
            </a:extLst>
          </p:cNvPr>
          <p:cNvCxnSpPr>
            <a:cxnSpLocks/>
            <a:endCxn id="203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>
            <a:extLst>
              <a:ext uri="{FF2B5EF4-FFF2-40B4-BE49-F238E27FC236}">
                <a16:creationId xmlns:a16="http://schemas.microsoft.com/office/drawing/2014/main" id="{40315203-6D96-F373-3DE5-57624C206F3A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ABA6772E-7E9F-0D9D-EA30-E2075B9A197B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24DC2BE2-CCE9-D144-BFA2-1A2B9309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BABC9EA5-6520-EDC4-F4FA-8B7C68EB0C62}"/>
                  </a:ext>
                </a:extLst>
              </p:cNvPr>
              <p:cNvSpPr txBox="1"/>
              <p:nvPr/>
            </p:nvSpPr>
            <p:spPr>
              <a:xfrm>
                <a:off x="11369858" y="4473628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2DA6FB28-BF57-74D3-D4EB-1B8D2B06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9858" y="4473628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519F8D10-3265-CCA3-332B-FB478CBD35EF}"/>
              </a:ext>
            </a:extLst>
          </p:cNvPr>
          <p:cNvCxnSpPr>
            <a:cxnSpLocks/>
            <a:stCxn id="195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17946075-47E8-5615-BFF6-F7EA95C5D3D3}"/>
              </a:ext>
            </a:extLst>
          </p:cNvPr>
          <p:cNvCxnSpPr>
            <a:cxnSpLocks/>
            <a:endCxn id="203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D70681CC-90D3-ADD8-2023-5F428D018A9D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9868EF17-E99E-54F4-3BD9-B61771571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EBEBF8C3-D32D-92E8-30FB-3D69895311C7}"/>
              </a:ext>
            </a:extLst>
          </p:cNvPr>
          <p:cNvCxnSpPr>
            <a:cxnSpLocks/>
            <a:endCxn id="155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7E61B029-893A-76FF-8E09-7DA930EBE287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2B95957E-887F-A86D-8950-9BA5FE9A5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09E87FC0-CA3D-AF0B-9E2E-E7756BC996E2}"/>
              </a:ext>
            </a:extLst>
          </p:cNvPr>
          <p:cNvCxnSpPr>
            <a:cxnSpLocks/>
            <a:endCxn id="162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773447C-2F31-3A0F-90B2-1F612FACCE18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9ED19DE9-AE1D-19AA-0187-8A4CED3F8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4E64B45D-191E-0AF7-80AC-0D17D681BE6E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E577B97C-F639-5F97-99E7-AD2D13A2EB60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C78198-041B-E748-4E0B-65C1826D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1C373B76-7BBA-6409-4462-86DC3647375A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6BF19A05-0E39-0EAF-4BC2-8B24EB930612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B9001DD7-DAB9-E3E9-5989-4F1B63471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17A5AB72-492D-8BD9-329C-B7D75404AC44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5D955C05-63C7-531B-6AA8-25B3B87437F6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81785303-F10E-7DA0-B19D-196E2A570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E600DFC1-BEC1-3ED8-32F0-8AE27C641B12}"/>
              </a:ext>
            </a:extLst>
          </p:cNvPr>
          <p:cNvCxnSpPr>
            <a:cxnSpLocks/>
            <a:endCxn id="191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DAC4868C-70E4-D206-65B6-48B36D413A6E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2CDAD127-9D6E-6533-5382-B71A92C9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D5AA381C-282A-980B-EFF0-66F6EC80AA29}"/>
              </a:ext>
            </a:extLst>
          </p:cNvPr>
          <p:cNvCxnSpPr>
            <a:cxnSpLocks/>
            <a:endCxn id="197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F0E4042B-D26C-6D49-5CD8-5D290AF7B58F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909A9181-50D3-B7DE-04E3-4DB12833F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001054A-15B0-25B0-EED3-C0CB56B18D22}"/>
              </a:ext>
            </a:extLst>
          </p:cNvPr>
          <p:cNvCxnSpPr>
            <a:cxnSpLocks/>
            <a:stCxn id="203" idx="4"/>
            <a:endCxn id="157" idx="2"/>
          </p:cNvCxnSpPr>
          <p:nvPr/>
        </p:nvCxnSpPr>
        <p:spPr>
          <a:xfrm rot="16200000" flipH="1">
            <a:off x="1300322" y="3527431"/>
            <a:ext cx="1378666" cy="1088158"/>
          </a:xfrm>
          <a:prstGeom prst="bent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928A71B-74EA-353A-D20D-897E7C561C0A}"/>
              </a:ext>
            </a:extLst>
          </p:cNvPr>
          <p:cNvSpPr/>
          <p:nvPr/>
        </p:nvSpPr>
        <p:spPr>
          <a:xfrm>
            <a:off x="2533734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7EF3DBD-E798-C4D0-2462-B2E855EE3CCE}"/>
              </a:ext>
            </a:extLst>
          </p:cNvPr>
          <p:cNvCxnSpPr>
            <a:cxnSpLocks/>
            <a:stCxn id="43" idx="2"/>
            <a:endCxn id="157" idx="0"/>
          </p:cNvCxnSpPr>
          <p:nvPr/>
        </p:nvCxnSpPr>
        <p:spPr>
          <a:xfrm>
            <a:off x="2720771" y="4194215"/>
            <a:ext cx="0" cy="379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E3D8CAA-3713-33E5-B09B-9716E50BA67D}"/>
              </a:ext>
            </a:extLst>
          </p:cNvPr>
          <p:cNvCxnSpPr>
            <a:cxnSpLocks/>
            <a:stCxn id="162" idx="4"/>
            <a:endCxn id="51" idx="0"/>
          </p:cNvCxnSpPr>
          <p:nvPr/>
        </p:nvCxnSpPr>
        <p:spPr>
          <a:xfrm flipH="1">
            <a:off x="3995966" y="3382177"/>
            <a:ext cx="1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6F8E6C54-FCDC-452F-8A6B-4660571E5C05}"/>
              </a:ext>
            </a:extLst>
          </p:cNvPr>
          <p:cNvSpPr/>
          <p:nvPr/>
        </p:nvSpPr>
        <p:spPr>
          <a:xfrm>
            <a:off x="3808929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6AFE03-76E8-88A9-3215-31D379363854}"/>
              </a:ext>
            </a:extLst>
          </p:cNvPr>
          <p:cNvCxnSpPr>
            <a:cxnSpLocks/>
            <a:stCxn id="51" idx="2"/>
            <a:endCxn id="164" idx="0"/>
          </p:cNvCxnSpPr>
          <p:nvPr/>
        </p:nvCxnSpPr>
        <p:spPr>
          <a:xfrm>
            <a:off x="3995966" y="4194215"/>
            <a:ext cx="898" cy="379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C81E945-8C54-8C7B-07C1-B95481639CA2}"/>
              </a:ext>
            </a:extLst>
          </p:cNvPr>
          <p:cNvCxnSpPr>
            <a:cxnSpLocks/>
            <a:stCxn id="169" idx="4"/>
            <a:endCxn id="54" idx="0"/>
          </p:cNvCxnSpPr>
          <p:nvPr/>
        </p:nvCxnSpPr>
        <p:spPr>
          <a:xfrm flipH="1">
            <a:off x="5270456" y="3382177"/>
            <a:ext cx="705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91A9216-A13A-25C5-FEA8-B0E143EC5600}"/>
              </a:ext>
            </a:extLst>
          </p:cNvPr>
          <p:cNvSpPr/>
          <p:nvPr/>
        </p:nvSpPr>
        <p:spPr>
          <a:xfrm>
            <a:off x="5083419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EAF6597-B8C1-566E-78FE-F5EAEC61D590}"/>
              </a:ext>
            </a:extLst>
          </p:cNvPr>
          <p:cNvCxnSpPr>
            <a:cxnSpLocks/>
            <a:stCxn id="54" idx="2"/>
            <a:endCxn id="172" idx="0"/>
          </p:cNvCxnSpPr>
          <p:nvPr/>
        </p:nvCxnSpPr>
        <p:spPr>
          <a:xfrm>
            <a:off x="5270456" y="4194215"/>
            <a:ext cx="705" cy="3785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CE01562-6FD1-35B6-AADD-7479773D8063}"/>
              </a:ext>
            </a:extLst>
          </p:cNvPr>
          <p:cNvCxnSpPr>
            <a:cxnSpLocks/>
            <a:stCxn id="177" idx="4"/>
            <a:endCxn id="62" idx="0"/>
          </p:cNvCxnSpPr>
          <p:nvPr/>
        </p:nvCxnSpPr>
        <p:spPr>
          <a:xfrm flipH="1">
            <a:off x="6544754" y="3382177"/>
            <a:ext cx="1600" cy="437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AEA66AF2-7AC0-2584-4E80-CA5AFDDD891E}"/>
              </a:ext>
            </a:extLst>
          </p:cNvPr>
          <p:cNvSpPr/>
          <p:nvPr/>
        </p:nvSpPr>
        <p:spPr>
          <a:xfrm>
            <a:off x="6357717" y="382014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C3153B6-DAE0-D222-B0BB-E806220F4E48}"/>
              </a:ext>
            </a:extLst>
          </p:cNvPr>
          <p:cNvCxnSpPr>
            <a:cxnSpLocks/>
            <a:stCxn id="62" idx="2"/>
            <a:endCxn id="179" idx="0"/>
          </p:cNvCxnSpPr>
          <p:nvPr/>
        </p:nvCxnSpPr>
        <p:spPr>
          <a:xfrm>
            <a:off x="6544754" y="4194214"/>
            <a:ext cx="1599" cy="378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7EF6C132-12E8-4239-EB15-300670830FA7}"/>
              </a:ext>
            </a:extLst>
          </p:cNvPr>
          <p:cNvCxnSpPr>
            <a:cxnSpLocks/>
            <a:stCxn id="184" idx="4"/>
            <a:endCxn id="129" idx="0"/>
          </p:cNvCxnSpPr>
          <p:nvPr/>
        </p:nvCxnSpPr>
        <p:spPr>
          <a:xfrm flipH="1">
            <a:off x="7821543" y="3382177"/>
            <a:ext cx="3" cy="4368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43A07958-DB62-8406-D222-764356F5D41F}"/>
              </a:ext>
            </a:extLst>
          </p:cNvPr>
          <p:cNvSpPr/>
          <p:nvPr/>
        </p:nvSpPr>
        <p:spPr>
          <a:xfrm>
            <a:off x="7634506" y="381905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986E2A6-78D8-99C4-B59E-EC126D13E58B}"/>
              </a:ext>
            </a:extLst>
          </p:cNvPr>
          <p:cNvCxnSpPr>
            <a:cxnSpLocks/>
            <a:stCxn id="129" idx="2"/>
            <a:endCxn id="186" idx="0"/>
          </p:cNvCxnSpPr>
          <p:nvPr/>
        </p:nvCxnSpPr>
        <p:spPr>
          <a:xfrm>
            <a:off x="7821543" y="4193126"/>
            <a:ext cx="0" cy="379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A56AABA6-EA2C-9816-5985-654C42A63057}"/>
              </a:ext>
            </a:extLst>
          </p:cNvPr>
          <p:cNvCxnSpPr>
            <a:cxnSpLocks/>
            <a:stCxn id="191" idx="4"/>
            <a:endCxn id="132" idx="0"/>
          </p:cNvCxnSpPr>
          <p:nvPr/>
        </p:nvCxnSpPr>
        <p:spPr>
          <a:xfrm flipH="1">
            <a:off x="9096730" y="3382177"/>
            <a:ext cx="6" cy="437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01CD94A3-79F2-7E0B-9D12-99CFAD19C560}"/>
              </a:ext>
            </a:extLst>
          </p:cNvPr>
          <p:cNvSpPr/>
          <p:nvPr/>
        </p:nvSpPr>
        <p:spPr>
          <a:xfrm>
            <a:off x="8909693" y="382014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96B5042B-B9E9-6C09-3C9A-9DA01A6CFE32}"/>
              </a:ext>
            </a:extLst>
          </p:cNvPr>
          <p:cNvCxnSpPr>
            <a:cxnSpLocks/>
            <a:stCxn id="132" idx="2"/>
            <a:endCxn id="193" idx="0"/>
          </p:cNvCxnSpPr>
          <p:nvPr/>
        </p:nvCxnSpPr>
        <p:spPr>
          <a:xfrm>
            <a:off x="9096730" y="4194215"/>
            <a:ext cx="1" cy="3785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ACC82CA-498A-3D62-9223-107ABAFB1993}"/>
              </a:ext>
            </a:extLst>
          </p:cNvPr>
          <p:cNvCxnSpPr>
            <a:cxnSpLocks/>
            <a:stCxn id="197" idx="4"/>
            <a:endCxn id="135" idx="0"/>
          </p:cNvCxnSpPr>
          <p:nvPr/>
        </p:nvCxnSpPr>
        <p:spPr>
          <a:xfrm flipH="1">
            <a:off x="10371924" y="3382177"/>
            <a:ext cx="1" cy="437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A41CE36A-FB1C-9EED-CEB6-C5E5D4B7629A}"/>
              </a:ext>
            </a:extLst>
          </p:cNvPr>
          <p:cNvSpPr/>
          <p:nvPr/>
        </p:nvSpPr>
        <p:spPr>
          <a:xfrm>
            <a:off x="10184887" y="382014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B9EFFAA-2F6F-693A-B098-0C6DDC2ABBF2}"/>
              </a:ext>
            </a:extLst>
          </p:cNvPr>
          <p:cNvCxnSpPr>
            <a:cxnSpLocks/>
            <a:stCxn id="135" idx="2"/>
            <a:endCxn id="199" idx="0"/>
          </p:cNvCxnSpPr>
          <p:nvPr/>
        </p:nvCxnSpPr>
        <p:spPr>
          <a:xfrm>
            <a:off x="10371924" y="4194214"/>
            <a:ext cx="0" cy="3785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81C69894-FE6D-FAF5-0931-2C61FDF11605}"/>
                  </a:ext>
                </a:extLst>
              </p:cNvPr>
              <p:cNvSpPr txBox="1"/>
              <p:nvPr/>
            </p:nvSpPr>
            <p:spPr>
              <a:xfrm>
                <a:off x="918529" y="3369682"/>
                <a:ext cx="532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A84EF8AE-E68A-907D-82D7-BB7D62345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29" y="3369682"/>
                <a:ext cx="53283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D3B1A816-F8BF-8FB6-B9BC-2C5D5A0C83F2}"/>
                  </a:ext>
                </a:extLst>
              </p:cNvPr>
              <p:cNvSpPr txBox="1"/>
              <p:nvPr/>
            </p:nvSpPr>
            <p:spPr>
              <a:xfrm>
                <a:off x="2189195" y="338691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E8DE5757-E183-15C3-AF4C-16B7308C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195" y="3386918"/>
                <a:ext cx="53816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59E84E0A-2061-E4D6-1009-1A00990F6968}"/>
                  </a:ext>
                </a:extLst>
              </p:cNvPr>
              <p:cNvSpPr txBox="1"/>
              <p:nvPr/>
            </p:nvSpPr>
            <p:spPr>
              <a:xfrm>
                <a:off x="3485803" y="3370825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A6019C21-2A62-8BB3-DCE5-127E9D028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03" y="3370825"/>
                <a:ext cx="53816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9BA9CE1F-1FEA-8F0D-C96B-203715582293}"/>
                  </a:ext>
                </a:extLst>
              </p:cNvPr>
              <p:cNvSpPr txBox="1"/>
              <p:nvPr/>
            </p:nvSpPr>
            <p:spPr>
              <a:xfrm>
                <a:off x="4766335" y="338691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A7410933-D501-0FB4-A824-0E4821F2F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35" y="3386918"/>
                <a:ext cx="53816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E31785DF-0734-8906-ED61-FB61884BBBBF}"/>
                  </a:ext>
                </a:extLst>
              </p:cNvPr>
              <p:cNvSpPr txBox="1"/>
              <p:nvPr/>
            </p:nvSpPr>
            <p:spPr>
              <a:xfrm>
                <a:off x="6052509" y="337028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6DA96491-42B0-7E75-46E0-3B12CD031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09" y="3370288"/>
                <a:ext cx="53816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F440C21-90E8-37BD-9A3D-B4A89AD33E3C}"/>
                  </a:ext>
                </a:extLst>
              </p:cNvPr>
              <p:cNvSpPr txBox="1"/>
              <p:nvPr/>
            </p:nvSpPr>
            <p:spPr>
              <a:xfrm>
                <a:off x="7368087" y="3379167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2868B480-3AD9-FC24-068E-A04E0F904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087" y="3379167"/>
                <a:ext cx="53816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54B032B-0ADA-A5E0-506C-4DF9E12ED7E5}"/>
                  </a:ext>
                </a:extLst>
              </p:cNvPr>
              <p:cNvSpPr txBox="1"/>
              <p:nvPr/>
            </p:nvSpPr>
            <p:spPr>
              <a:xfrm>
                <a:off x="8569685" y="338454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B916274-EDE2-C61E-BBD9-72895224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685" y="3384548"/>
                <a:ext cx="53816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D87920B0-F7AE-BDE2-7F65-49A92D962A68}"/>
                  </a:ext>
                </a:extLst>
              </p:cNvPr>
              <p:cNvSpPr txBox="1"/>
              <p:nvPr/>
            </p:nvSpPr>
            <p:spPr>
              <a:xfrm>
                <a:off x="9861767" y="3384548"/>
                <a:ext cx="5381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EC52D302-EF1A-40E5-A3EB-6937AA882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1767" y="3384548"/>
                <a:ext cx="53816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48080B70-9067-B439-348C-7B8FEEF47FEC}"/>
                  </a:ext>
                </a:extLst>
              </p:cNvPr>
              <p:cNvSpPr txBox="1"/>
              <p:nvPr/>
            </p:nvSpPr>
            <p:spPr>
              <a:xfrm>
                <a:off x="2473234" y="5014142"/>
                <a:ext cx="495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4D80BC7C-F3A6-1709-0733-2E7A278D3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234" y="5014142"/>
                <a:ext cx="49507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79CE7E39-25C9-4E3B-78B2-6831950300F1}"/>
                  </a:ext>
                </a:extLst>
              </p:cNvPr>
              <p:cNvSpPr txBox="1"/>
              <p:nvPr/>
            </p:nvSpPr>
            <p:spPr>
              <a:xfrm>
                <a:off x="3808929" y="5011771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C426CD42-6778-4751-7097-3DB49AE4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929" y="5011771"/>
                <a:ext cx="50039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638C2C70-5F81-4631-048E-A51F09000DC4}"/>
                  </a:ext>
                </a:extLst>
              </p:cNvPr>
              <p:cNvSpPr txBox="1"/>
              <p:nvPr/>
            </p:nvSpPr>
            <p:spPr>
              <a:xfrm>
                <a:off x="5022919" y="5015509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C6202640-B865-29BA-A66A-3DBB45FCA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919" y="5015509"/>
                <a:ext cx="50039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BE3E8DBB-DCC7-61C6-1B36-DE51727679AF}"/>
                  </a:ext>
                </a:extLst>
              </p:cNvPr>
              <p:cNvSpPr txBox="1"/>
              <p:nvPr/>
            </p:nvSpPr>
            <p:spPr>
              <a:xfrm>
                <a:off x="6359316" y="5003282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BD5E28B-91B8-0010-91D1-F5A8C6C65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316" y="5003282"/>
                <a:ext cx="50039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321C7335-1210-4578-898F-4D08F49FC9C2}"/>
                  </a:ext>
                </a:extLst>
              </p:cNvPr>
              <p:cNvSpPr txBox="1"/>
              <p:nvPr/>
            </p:nvSpPr>
            <p:spPr>
              <a:xfrm>
                <a:off x="7634506" y="5000912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461CAF5C-28B5-32E5-7435-A9E2AE510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506" y="5000912"/>
                <a:ext cx="50039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556771B5-3470-7281-0ECD-709935CA0EB5}"/>
                  </a:ext>
                </a:extLst>
              </p:cNvPr>
              <p:cNvSpPr txBox="1"/>
              <p:nvPr/>
            </p:nvSpPr>
            <p:spPr>
              <a:xfrm>
                <a:off x="8909694" y="5000911"/>
                <a:ext cx="49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F35AE084-5734-7DFC-5591-52CE9A7ED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694" y="5000911"/>
                <a:ext cx="495071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BC88A686-E5E7-2B8B-3CFD-59A2D6DEECC7}"/>
                  </a:ext>
                </a:extLst>
              </p:cNvPr>
              <p:cNvSpPr txBox="1"/>
              <p:nvPr/>
            </p:nvSpPr>
            <p:spPr>
              <a:xfrm>
                <a:off x="10184887" y="4994504"/>
                <a:ext cx="5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095F9867-9EB3-CAAE-F607-18FCED8C8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887" y="4994504"/>
                <a:ext cx="50039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71FAD0D-65CD-9E9F-F631-E4CEE4EBCC01}"/>
                  </a:ext>
                </a:extLst>
              </p:cNvPr>
              <p:cNvSpPr txBox="1"/>
              <p:nvPr/>
            </p:nvSpPr>
            <p:spPr>
              <a:xfrm>
                <a:off x="246578" y="5398527"/>
                <a:ext cx="117773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第一次迭代：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第二次迭代：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ea typeface="宋体" panose="02010600030101010101" pitchFamily="2" charset="-122"/>
                  </a:rPr>
                  <a:t> 第三次迭代：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71FAD0D-65CD-9E9F-F631-E4CEE4EBC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5398527"/>
                <a:ext cx="11777346" cy="923330"/>
              </a:xfrm>
              <a:prstGeom prst="rect">
                <a:avLst/>
              </a:prstGeom>
              <a:blipFill>
                <a:blip r:embed="rId28"/>
                <a:stretch>
                  <a:fillRect l="-311" t="-5960" b="-7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886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4B42-88C7-A31F-02A9-55FF2E9C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4C249-258F-B62C-CC42-9A2E49D11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6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A48334-F52E-7E3C-688A-AE096C8CD17B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8701283-48A3-8228-5E7A-B75A61311302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E4D960F-F585-F9FD-CE8F-323E44181B77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A0743E-1F46-BE6D-39B7-2F2B5FC8E4DD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45D1A3-12BA-BD8E-E902-5BAD96D91E90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0DF72A-5EAD-4A81-7EF4-6140508990BC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7B9159-8B1B-0CFF-342E-B54CB9BAA654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8D81D-C7FA-C119-DA1D-B0BBE69F720A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4CD809-28DA-809B-7640-306D525D9133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AD6168-9D48-864E-F457-BCB07F226B0F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9DE238-A082-D0E8-C58D-2C26E0EC48F1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037EE3-883A-4C1F-1E38-04050D7574A7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83FF71-F3A2-AB4D-2C96-18D3C79E8B52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E464440-10C7-E347-CCB5-1AF7D9B8A37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77B8630-A7DD-DA70-8861-1FC709FFD93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DC71000-FAB2-579B-C5A1-26AC9D066E23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14D47A6-B03A-F24D-1813-D2B01553E8A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22D1CEC-2740-9480-E0FD-ACB6B417FB08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C7E5410-250A-01D6-AA26-0C67EF2A147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DA3022-B884-6E7C-90F7-BD98B15EB52C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DFEBFEE-B5DC-3C03-684A-E7F576A3AD26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83DD291-4FA3-7ACB-0027-EFE68F6CA627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BD4ABB2-27EC-8650-D5F4-29EEBDB1ECE7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53B60A-10C3-6B28-C3A3-941C5503E88C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4968055-8C01-1702-459F-638A2C0BBBC5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7B2FB93-42B7-A9E0-6A1F-EDB1EAA502A1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0C566F2-9A5C-60F7-0076-3A3C58209DD5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821146F-A603-7AD9-37D1-CA9ABDF3B5A7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0E5E5C5-80B5-F176-1F86-8FEC9A2DBBFF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0847E4B-FD8B-0BDC-27C1-952B92110914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05100D05-6A96-EB03-4300-ABC9D2A13AF1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2E52F1A8-1558-3AF8-18C8-8CC3B0D3D310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F7CBEFC-E752-D85B-9ED9-5B3329EE5178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972EE3CF-8694-BCF3-6763-8720CC2175D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FA44806-0025-A8A4-41A6-FACA0A814CF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1D2C70B3-8A9B-B201-97DF-63037392A14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8E8C1BB7-EFD7-B09B-A049-B5C5E124C9A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8E34021-5878-AC08-8E31-08D9F4648B99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EE756AE2-248E-6A14-0662-936800ECD05C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D5A6E023-DE0D-AF5D-88A7-4EE97CBC51C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32B65BDF-73C7-A0B2-53E3-28ECC6172879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57CA3E65-652E-FE49-8BA7-445CE73259BB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1481089D-9D38-C07B-9160-38233FA1A72A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639D6389-8EAD-0D16-E794-577B65FE58A1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60F005BA-7B1D-04A8-529C-AFA64991CD46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723BE2FC-B2B9-0021-4212-710E6D0F3CDE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69114D19-4D2E-29D5-58DE-E629EB7F3A03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A1C154B4-9305-E6C4-B1F1-EF32A1F05901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3307A858-DD97-4D5C-3907-F2BEFF98C97A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F663CE7D-01C3-7702-841C-1C85C243B95D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1896C598-E773-FE59-84EA-815094745CCD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71CD7FC2-926B-56B2-23DF-EDF4F63EC66A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49C13EF6-98B7-B754-6FDC-ED6EBF622606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A01123B8-6BFB-8C30-0774-8DEC32A5CD01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D3C4B7C8-81F9-B7D6-48A6-D972B9FFA61C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05DDEBE8-0A3E-42F8-CCEF-331CFF4EFD22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90531AE1-6680-0F31-9C1D-30130244591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21D0AD42-3BD7-1644-E4AA-E15612C0164C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00C75015-A4DB-494F-D8B6-F9391EE07A5D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1A64294F-9C7D-46A2-51F9-E840D2EF9750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EEA8297D-5805-6614-66CF-049017016115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FEE2CF63-1E86-D4EC-7AD4-6C86819A9BD5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C12D024B-1C1F-A53A-7561-EED7738F481E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362A8096-D378-1C9A-4C4B-65A84E3326E9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232A08EE-F7DC-E571-2A43-7766F1ED2E79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1F3835A6-3B29-BBD2-16DD-D55F7812159C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9919A117-B9E9-39A8-2DE2-06B61C0223AF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224AEB2-6999-23F7-2856-9FFECA77ED96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3B7C2CEB-EF91-A7C0-60C6-EB800D25FF0A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CA877528-91F6-9C43-F6A5-9406F6E689DF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A85D5345-D9B6-C987-A503-8D3182ACE2C8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5672440B-A751-E066-8A35-94984FA82C2C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E3004089-8DFC-5349-AAEC-E53B02462774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61190A4C-FEA6-890B-7000-2550314CB95E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73B739A2-5326-816F-EE02-47C663A47FC1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0614D6BD-827E-48C8-F412-78C3AE98092A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4BF687A9-5D75-8E31-D9BA-F00E191ED35D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AF63E5A-9B60-27A7-66C6-A95EA9711E6E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3DECB246-7763-06EE-3DF2-142B7CF21139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9C1C40EA-19DC-A950-18CC-DB43C1280CD9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19E68975-DF34-5806-FE4B-802959D4E29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3F1C7C05-1CE5-6E71-BBA3-14A62CB0B4DF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A3F1F9A4-B954-1C74-36F7-2EA8EBD4E9B8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BD900403-B5D0-A111-9481-81C4DBF71E21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85F587FF-0493-15F2-6FF0-402A1EB2E623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11301A0E-5493-5CDA-60D7-CD3DBD5CC825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0D2B75FD-9E32-D435-8D29-791887ED05A1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3F1ED128-029B-098C-7CD8-958CC4DA9F81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E618C824-6478-3CA1-C87E-B2356C773665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7A6D0372-6EA9-14CB-86C9-E6183820DDCE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D8744D6C-A252-2A71-B470-B5917BA004CD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3EF942D1-2E95-5534-E956-18C87DA5E0F6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9F3F3927-E1F6-C814-162A-7F26FB7E436F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64623668-BDF3-CF9F-7A49-900EDD12FCEE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E42B49C5-DEDF-E1C0-1F71-EDD20CB1BC7F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EAFEA006-E708-5A7B-7D86-7864FC02D78D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22D24AF6-EED9-6836-E34C-59B738FA38AF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2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223B-0266-6676-B8BD-721BBFA8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163BC-534D-5250-A4B6-26DEDE89F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7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03A047-232F-6EC2-01EC-8D63D7CC94FA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ACC629F-B362-3A6D-9385-49E0AAEAAD37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CBF467-A97E-F573-C87A-A03A90228544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47BB9B-9332-558F-20C6-46376B4DDE10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C9324B-EC30-7F51-FA77-6F1D522E1723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04B68-E3F1-A80E-B079-9A5999DB8FF5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6CA15C-78CF-37CD-E6BD-9023A004809E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A8E264-46D6-5398-0E97-C88D16998494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88095B-2688-909D-211F-FBE5F6902587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64F97B-CE49-9A9B-7FBF-34D4FC6D02DA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83B150-91BD-9C3D-99EC-DB6C61CFBE76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4FD33A-1348-9777-F885-ED1C7DEC948D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233291-D23A-39B7-012F-3074F21E4FC9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F974D24-FFC0-1F1C-0FBC-34930D42D98D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899372F-9663-FF10-7DB9-81CFD176C26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0F591FF-60BB-051C-7475-CC77682D98F9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69324D5-4771-BD1B-1F33-06D42B007809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9291561-4EB6-5100-7DCA-A1961F41A53C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9F0C5B9-4D07-E6C3-AD86-F4283D36285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79386FE-1627-F14C-CC90-E2F4A4AFCE7F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2D30D44A-1568-29C3-33F2-6015DEF29C78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E5565AE-F062-CA94-A49C-0F2AE0825EBC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37BCFF5-BBFA-1876-9BDA-55F763BD2635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758BB3A-3541-7739-93AD-17C997262526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C4A9132-04A2-6AFC-1BD2-3D3523017E60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77BBA1B-6F79-4F3D-90CF-66D3553BEE16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DC0B483-280B-B391-C560-BEFD9CE9D63B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10AD3AB-1AAF-0B2F-3908-90057AC03680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5C71905-AD6D-E21B-2F5C-489F0F9117F2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84894D6-284C-0402-3398-B557B14ADDF8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5204A81-4901-16FF-0E27-228A20CE2C38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7D954D68-B001-D37C-6E3C-B1B9F8B37CFA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77F8072-68FB-4780-68EC-01F72E86594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7E5F56BD-C9A7-BA41-9E98-91E2C5C7EDA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7B868EA8-2F73-1CF4-D04F-375E68EDACE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EA06ECE7-CDE1-D207-2896-5838A0275AD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DC8369F4-288A-C508-6D17-822DBB8F87A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EFFF3709-3794-F841-5BA2-D78767D32C8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709D552C-0BE6-8F87-3D8A-D2C3689523BA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F3290B15-E17F-DB0A-F005-CC5D0BC6C62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F8CB3900-6810-7EF7-2477-8F89722D018E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F5B35B42-D545-874B-7321-CA1384687458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5F3B4773-F701-AA83-0F12-881490F86931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A0190D2C-9133-B21B-6AFF-5FE37ACA3404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D4A5CAEE-EC8E-E06C-D746-84EC806E48B4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5756073E-12C9-7CC2-3F43-562410D43394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68ADC2C8-20D6-8B2F-BF28-4A741B15F190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6500E0DE-F2A2-3F32-6973-54A83471F1AC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056B12F4-89CF-C171-CA98-0F80630816D0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65B5EEBD-9F5C-17ED-48B4-7595ABE8CEAA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9833864D-A5FA-5C13-2659-D3F90E305955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AAD24C7A-272D-1372-27CE-B7F4638EFFC2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CB0F8D0C-4F18-13D0-6F00-028EE30CF6A5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19BD8B40-0828-B145-4206-2811B89FE839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CF7A61FB-D4C0-F3C0-B47B-4C6C9F10473C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CFE9BBF8-BBB7-D395-E0BE-4A2BE2112601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4F519C74-E044-AC48-2F1C-D20C4F8C49AC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2D3357CB-C697-5034-EA65-C4DD16F10137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4B039154-B843-F0A7-AC0F-09110258CFEB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33E41033-398C-CB9C-86D4-BDB8284C4191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097F8A6C-B266-C80D-6E3E-3172BFB2B215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131F5AE5-1051-2BD8-41EB-909428D3DCF8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98343611-F5A7-39D2-5411-256E58F92AC8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6B309DCC-08E9-7E00-CBBB-52065E9818F8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99157866-E1CB-FBB7-B1ED-07E3F6112809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C0E25E9C-FD9E-D9DB-CF1E-D98F1C279736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EEC68A48-6AE4-6F29-5738-E31581E7A198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FB6C2AAF-F696-9394-6C6E-5785A213DF2E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0B6D5385-87F3-1203-6EE2-A56DA7AB1494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55494C4-5BB1-55C6-637D-00BB170A8153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AA7EFB27-19BE-2839-40E0-99A761A8B048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7CEF48DD-0D30-E61A-B21C-A11CEBC29842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F559C286-4EBF-C495-58E0-DFAA4B0330B3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E51AE2D3-D1A0-80DE-DDAD-4D1A821A5EC1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04D2C7B9-FDD4-871A-FD8B-6DA464D3E289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A7CF094-AD90-1E7A-9072-BF0A9AC86B09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4FA1AE5D-706F-AB0A-1166-FAFA1F163135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33D32A1F-F296-7223-613F-7A4F9A2CD7DE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30F28565-5B22-5411-AAE9-5CCE000271B4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FFD243DE-C4F3-AC3D-09EE-466ED037DEFD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3E2F43FF-99B2-9913-831C-5790519A8597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7E1DEF7B-C547-92E9-EE07-48F6D5516031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103857D9-3AE1-D364-2828-F3DD2B574A1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88C9D443-5FF8-BE33-E3B8-0E05A6BB05D7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4B93DD53-8E8E-CE2E-9891-1D9AB313ED13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1306D4D3-DB97-9AC5-B1F1-05FB17E3D5C2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25225907-7991-9E65-D562-042D3D1399DE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98CE5058-576C-4398-DB03-16576B651669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352AE0D2-99D1-68A3-A6FC-E3F61A4CA445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A12B604B-5F7C-5352-A2D3-879D243D3B86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AE23B254-9347-1F35-D80B-2F23BEB112D6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EAB9776F-CAED-14BE-75B9-3FAF967A79AE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36901182-A9B7-A7A4-56C4-F199BCA4956A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00D3DB62-4579-1300-8763-64A26DA8E0AF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C2C1443E-2AFF-89B7-02DB-8B9838F75A38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3AAB49E9-1D24-B047-3CD3-58E62E536D38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367FBFB0-FC32-28CC-7DF5-3BE6E8105D40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" name="文本框 490">
                <a:extLst>
                  <a:ext uri="{FF2B5EF4-FFF2-40B4-BE49-F238E27FC236}">
                    <a16:creationId xmlns:a16="http://schemas.microsoft.com/office/drawing/2014/main" id="{CAF0F6E0-15EB-E70C-E10D-0AD39F0EEC88}"/>
                  </a:ext>
                </a:extLst>
              </p:cNvPr>
              <p:cNvSpPr txBox="1"/>
              <p:nvPr/>
            </p:nvSpPr>
            <p:spPr>
              <a:xfrm>
                <a:off x="5024877" y="4929555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1" name="文本框 490">
                <a:extLst>
                  <a:ext uri="{FF2B5EF4-FFF2-40B4-BE49-F238E27FC236}">
                    <a16:creationId xmlns:a16="http://schemas.microsoft.com/office/drawing/2014/main" id="{CAF0F6E0-15EB-E70C-E10D-0AD39F0E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877" y="4929555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2" name="文本框 491">
                <a:extLst>
                  <a:ext uri="{FF2B5EF4-FFF2-40B4-BE49-F238E27FC236}">
                    <a16:creationId xmlns:a16="http://schemas.microsoft.com/office/drawing/2014/main" id="{0F7ECED4-06D9-CC13-39B5-150CAB38187E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2" name="文本框 491">
                <a:extLst>
                  <a:ext uri="{FF2B5EF4-FFF2-40B4-BE49-F238E27FC236}">
                    <a16:creationId xmlns:a16="http://schemas.microsoft.com/office/drawing/2014/main" id="{0F7ECED4-06D9-CC13-39B5-150CAB38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3194005-71F9-15EA-9936-FE1D46E61E20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3194005-71F9-15EA-9936-FE1D46E61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862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30C6-7E4D-1835-777D-8928E04D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BC934-0568-5BCF-7B70-5419E05C0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8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AFADCE-9AE2-E065-573E-3F091C24436B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84B3C8-B496-5795-4826-590134348E31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ACDC4C2-5770-4582-7791-0E194E081BCC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AB3D17-0003-8F53-EE92-0B4733594B4C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3FEA25-7809-81D2-A9CD-E9118C699740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8E888-A1ED-5CD0-C2DD-892B24260C6A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36C1C0-C294-B69F-16ED-6043F351D002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422F1-F7D9-CC9F-E3C3-39BF9919EFC8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A13543-A0C0-92BD-B3FD-7D4886DA5B9E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B08F42-4F37-EFF6-4D06-E00DCACA3998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F2EAD1-AE76-10C6-3A95-70049331B21E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30BFA9-29DC-7493-7A6A-62BEFE5479BA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2EF311A-7CEB-7210-91BE-1FDD86E2BF1E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655C256-CD0A-708C-637C-934617DC9B76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0DC49B4-90DC-065E-7E5B-F2A28FB2B106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2E37560-6134-508E-F06D-FD24FF56DE56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0E2C8BE-F6BA-4384-2E4F-F426146B787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7C531FE-EA39-B521-AC90-98EA101DC620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3749394-2EB1-0560-4B52-8D192DD72D3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ABDA96E-2BCD-A32B-2594-7B12041AF5D4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04FC02D2-30DB-7F62-E7F1-20101938F624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AE975BA-DD2F-5E13-6CE4-ECF6F56B8046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EB34D4F-6A39-0BE1-CD58-C9012AB83BBE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DCF2EAC-1CAD-7924-8BE5-0411602FB46B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0A5F43A-745D-E138-8D04-037813A04C94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8EF7F08-A50D-AC82-E47B-BFEA4C5BD385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9AB389-97F4-9FAD-2742-9711968C28B2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05E341B-A592-FD6A-8F57-620685A5580F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0AF2C45-707B-E6C3-C4FE-93A69598F6AC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D8EA0CB-D291-4141-FD07-8A7B823ACE35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4CA816F4-317D-3083-6185-98541527B6CA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8D3AAE09-04B7-1AA9-7603-5EBE49FAC755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09079B5-4A1D-F4F5-0205-3ECAE81A41C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D13F5384-B9C1-4DDD-E61D-47791001CBD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6CF2A044-6E94-ECBB-B832-68D46EBCC59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07AABB6C-89A8-28CB-8C84-12548CC8281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C5B38253-08A9-5961-3263-353E90C405E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E16BFFAD-52F4-1E82-FC53-B54C9250494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6DD26B4D-455F-DF22-FD27-E77B684BABDB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B8093DE9-611F-DACE-080E-E9EB23ECF58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2CD5641D-D390-D4FF-79BB-95B7CCB1ADE8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DCDCBD11-895D-BEFF-3A8A-F0C04DDA5096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EC0A3011-82C4-8C01-DB71-CD364A95B37B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26B26243-1827-305B-28A0-4E2396CA6BCC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88E55156-6FA6-0B46-9DD2-85732EDE5558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8D62A071-2399-D8FC-978C-0EA442E46496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149FBF9A-29D9-E345-8BBE-A8B768076859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5BDF6224-DF02-8B7F-4D0D-76A9A38F3C43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4BB1AA01-C00E-2B09-469E-383854837137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9C5A27A9-1BBE-7218-AA62-E110B8553B18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7C4E1EAA-8959-7596-127F-BE1D55D310D5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5F3E5834-6A7E-954E-13F3-6B8AE9ADF617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E892157A-8D3B-0D68-4755-3294DEEE527C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72836DA1-3274-1A9C-9A2F-EC800AAC7E75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718E111D-75D8-3C40-1E3E-91C7E573CF27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3EDFEE73-1419-8EF2-3BA3-896BA7BE7452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4B7B9AB2-2BBE-E0B6-1E74-05C763DAC8ED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BB8B14E2-40E7-DC69-F307-4D42E6BE2278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2FBFACA2-266A-2A06-867B-7941DE7B53F6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3E7FD12B-5BA3-4E85-0910-99482503DD45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6C87D18E-950E-336E-FA8A-2AE962B16979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183D6C9A-AF9E-B2C7-48BE-9784C8144381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FF73C2D0-D6F7-730B-0BCD-CA46558ECA6B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15E58E88-F3A5-D2FC-72B3-0FEF66CEF488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48403BDC-C352-54F0-4450-DD81B3C892ED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F0C1420C-CD36-9810-79F9-B9FF6ED130EF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21A38A21-19D2-E5D0-B9C1-76A6378869C6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5569E98-BD5B-3CB1-557A-20AB666F5588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A72739B3-462E-C097-04D5-91155B3748A5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8C19DAAF-0296-6EB9-A371-EE84EF86208B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996AD91B-D423-45C3-4163-D6F1C815BD51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FC0626DD-3B1F-5A19-FB13-5CA0D8A7AD97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AA5DEFFF-342B-32A9-A612-4658AB48E6AC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4810DBA7-D629-58FF-4F3F-CBCCAEBD4EE4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F510C836-A5D2-0938-CA12-437E2FE604DC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A8DB019B-9A2F-735A-E8D0-5433A8891341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A4D15B6B-D8BC-652B-3F33-E7ED72FEABF4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8FF5FE8-411F-01AB-AE2F-E1FB13D818D3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3755E87E-D115-6C87-D1DA-0E1AB508F7C6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6B8D57F5-C5F9-2A6D-1D66-8223EAF6E52B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7FC97259-019F-5F9B-46D4-A73081044D62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4FAD12ED-CE8D-3A05-0BDA-16050B3B1465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A22DC2B5-BA71-7665-F0CE-264F11E889A4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8115A3AB-89E2-5DC8-8249-A3BDEC4E9C3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05362320-0369-260E-20E6-A32C3D928952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27DFA5C3-44BE-6C84-9211-793986D8CAB8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608D7B7E-2401-2B0B-63F4-6C5094B6BD69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D697F165-50A4-D35A-8F65-A909600484F0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71E41B4C-E72A-6A01-D9AE-1AEBCF8329FC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E7652B34-E39A-7B21-E08B-74DD0A35F12B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183F8142-499B-D7DB-772E-CDD2C4B559B7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80BD8FD2-C0CD-40E1-EB27-327262E77C5D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72E875EC-E210-9149-8AEF-7FF55A4C4AA4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FBDF5273-D4F4-E970-3E10-C58090974007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1EF4E7AB-55E1-F398-A3A2-80733FCE9B38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4AE6093B-8289-C052-B7C6-E8022C6AF7E4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5B52BBC7-5259-1157-108F-08F8F7011B5E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D532DF-B5D4-2A41-151B-0C8949FE2638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D532DF-B5D4-2A41-151B-0C8949FE2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2B2937-25BB-662F-A62E-FEDCCF5A4E3E}"/>
                  </a:ext>
                </a:extLst>
              </p:cNvPr>
              <p:cNvSpPr txBox="1"/>
              <p:nvPr/>
            </p:nvSpPr>
            <p:spPr>
              <a:xfrm>
                <a:off x="6096000" y="491022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2B2937-25BB-662F-A62E-FEDCCF5A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10229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F8D5300-2D6F-F5FD-F8EA-C371818D7F4F}"/>
                  </a:ext>
                </a:extLst>
              </p:cNvPr>
              <p:cNvSpPr txBox="1"/>
              <p:nvPr/>
            </p:nvSpPr>
            <p:spPr>
              <a:xfrm>
                <a:off x="3466323" y="1483141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F8D5300-2D6F-F5FD-F8EA-C371818D7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323" y="1483141"/>
                <a:ext cx="9199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63DDA0-84AD-471C-899A-1A85C3CE05E3}"/>
                  </a:ext>
                </a:extLst>
              </p:cNvPr>
              <p:cNvSpPr txBox="1"/>
              <p:nvPr/>
            </p:nvSpPr>
            <p:spPr>
              <a:xfrm>
                <a:off x="4124075" y="293623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63DDA0-84AD-471C-899A-1A85C3CE0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075" y="2936237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3D193A1-7899-7D20-332D-958F11FC4FBB}"/>
                  </a:ext>
                </a:extLst>
              </p:cNvPr>
              <p:cNvSpPr txBox="1"/>
              <p:nvPr/>
            </p:nvSpPr>
            <p:spPr>
              <a:xfrm>
                <a:off x="5522221" y="203992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3D193A1-7899-7D20-332D-958F11FC4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221" y="2039928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71E0F1-F836-8E57-4F99-83B022C10025}"/>
                  </a:ext>
                </a:extLst>
              </p:cNvPr>
              <p:cNvSpPr txBox="1"/>
              <p:nvPr/>
            </p:nvSpPr>
            <p:spPr>
              <a:xfrm>
                <a:off x="5016500" y="491978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71E0F1-F836-8E57-4F99-83B022C10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0" y="4919783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D5541A-266A-CD6E-1786-440315D06F36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D5541A-266A-CD6E-1786-440315D0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799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3FD3-0E7B-373E-C1AC-086F5E28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AF9C-ECA5-9765-CA6C-69E3EBEE0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9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340409-DA1D-D896-55B4-2053231B9BB3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9756C75-9B27-4FF6-3A77-3E4294154EA5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6C41C6B-0FC2-9366-2FC4-877546EA5794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6ED456-E508-5D85-ABD2-0DA5F87C140F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8AF15B-FD88-18B2-F0F9-F7B50F2E906D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DA2A2-1019-AE53-DC14-8217FE091C44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E21A70-3957-7EFE-5975-D6BD4E778756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C98966-80FA-7A9D-3494-A2DBB622CFC2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E26EF0-BF3E-55D7-4108-D5B165B5E2DD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E2A75B-F3D7-4759-EED2-AADADD7A7FAA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CCF05-4F38-5725-EA82-33F966CC08CB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8F0C74-DE74-5F87-BDEC-7D2D8F2CFFAD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2A99819-D527-6AAB-F8F6-1D5D0F18F67B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81D66CE-A889-403A-25F6-9AB47ED8350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37BADF0-B63F-F2E0-85E7-4CCA9FF26758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E645247-D17F-9CFB-9674-EB7032737F3F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35FD1DE-694C-7F6B-37AA-2C5805937E30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53D58FA-9C38-DF18-76FA-4E5A68589D9B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61D720B-C775-124A-859D-B84C3E221DF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128B4F9-4D58-0566-885E-E07791C68B48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067ADC8-C274-238C-7EE7-F8D4105DA23F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3E35FA6-EBD0-637C-F675-5878C0A3222C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13DAA19-F80F-57B1-C0A8-B9B4D4461509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C057E91-5CDA-60E5-007F-4FA32DD930F8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D508D9F-D0F3-1E05-D89A-D9EB2895BBDD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1D859AB-B667-605B-8E2C-712CBB1C4DDB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7E79D77-9418-F3E7-DBA9-98A3CF2DCB15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8DEA82A-04DD-0902-E57B-1BDDC006C05D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2617E9A-9CF7-5C74-BB06-0CE3AC29FE6A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A715ADE-3845-A5AB-86E0-5218352D05A1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6C16543B-7015-AB02-6475-83E21C5CD037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B4DA5B36-8D63-590D-63FC-B5A38FBB6E59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5AE17C8D-51F4-8C23-38D9-EC7ABCDF5466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66EF1AE9-7830-4B17-CF6A-05B0EB04F94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D2187201-FC31-A955-26C5-4B430FF5B1B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D4E88EC6-7340-5F62-0BDD-71FF008984B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E749F8EE-F491-C955-84C9-D5D8844FD2A8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221BD069-217F-938A-F8BE-9C197B53701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E9E66F7-1E70-C433-D631-E217DF93D06B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72E654D3-171A-E286-65B9-4E0B72082544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CFF8D89D-8744-0A1D-62F0-65B6149BC9CC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E90293EB-5294-FECA-EF37-A027B3A5F605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E0A5E3B3-6816-067E-9C3B-3598F3C97D71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8637847F-F56D-7F3E-7319-005B37EFEC20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466C1A79-523D-919C-70AD-E3B7FD1DF4BD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7FFD7FBF-AF37-03BC-D948-72B4056708A0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CE16147C-D1CE-9EB8-394E-F7AD83D3325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F13A0D2C-80F0-DE74-3BE7-79971CEB7323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FED39A4C-E084-4C4A-31A5-813B5F9D30CB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126425F2-4445-19AB-0E9D-9BBE1F021D7B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67F4CECE-DFA4-0996-312F-CF277926CDD3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3D5994C4-17B8-39ED-B1FF-8C71221113BC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BB02E131-BE6D-8228-38E2-68CBD3AC9CB9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34D24688-535B-0141-43AB-63F32F596CFF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20067915-ACAD-7095-4A00-146FB816DDA3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88BFE33A-6D07-AAE7-E243-697EBD0BE80A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60980E99-EBCA-6694-E231-AD56D5009938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CFA3C2B1-1A83-B90E-0640-682D809B196B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E11B4B4E-1403-287B-F542-3BB3AC908A4E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7A2CA557-E6E0-C1B0-1988-0A123E709DDE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B64F4525-1558-6B92-3634-5E2DB0E6FBE3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8E455564-080D-E5A4-0E44-B0333911FE29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D06D012C-FA1B-1958-87B2-359622EB6730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B705332F-C47D-AC70-98B9-01B23C08E79E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D814BB6A-9DD2-2AA1-3FC7-AA8453EB9F81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2C17A596-F29E-8087-7243-A3B073661AF2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0718692A-14DE-DB79-9B8C-3452BC324465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1213AD5C-FDE5-1E50-C964-EC8D369FF9F5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25037E0C-4A78-0AEC-7A12-F29A61884250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178CA24-A9CF-5C0B-E847-A155127DCB3D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4BE3C18C-B56F-A693-57C7-6EB6012C0509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A4B02C25-CF48-608F-43D6-72753B13EC9B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967B8CB4-CD68-6985-02E4-FF0AAC5D5C7C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899127AA-21E7-AE4A-C4FB-86B9A184C2BD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9402B871-9C27-0DE7-AB05-261CDF77F1A2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98981B4E-3F84-390B-8255-99018741B287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F089AB8D-5D27-4AEE-5302-4661FD017084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B394D309-A908-036B-D65D-7A80B2785401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C2E96AFD-0FDE-C781-F8F2-CA8FB5DB753C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AEFE35DA-71DB-399A-709E-2FD88855B027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2B8121B-8183-2306-F52C-8C2E3E1914C5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6B268981-053C-1F9C-D916-83B40BED1118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2F5D51D2-F772-BCB4-8938-9B1CB20DD19B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0B3630DC-92F5-A039-BE68-25F5D7C937D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B8A42123-2C0A-5B6F-F326-85312DFDDD89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3BBBA1C1-AC18-9CE5-2A06-C9B6950BF700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59E090D5-A780-B877-DC0A-38BA58A54320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88D427B3-EE6C-0B85-7421-DC82C7751A24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D00BA87A-FBA3-5543-B005-889FF1FCD1F0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58F4D66D-6FFE-209B-51D8-B8283B279561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DDD44BAB-5174-EF11-1185-18D8E588245B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472D6DF2-08B0-3027-3435-96B68B51D1A1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78F4B6A5-4574-EFDD-6B1D-7C0917FA4960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0ECD776E-D5A8-0217-4C4B-6C3E42E19B38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F531C2AF-A699-CB91-B959-AE7F0E2B460A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55A02F4F-8926-928A-6528-1A92663A8F2E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56015EA2-6F09-30F2-CAF4-19A8A8047CD8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CFADAF1-1153-F947-9D16-52C70238B4B9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4B8D6A9-A072-F484-47DA-F06272C0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7D694D-7187-DE9A-0F8F-75F9C528C054}"/>
                  </a:ext>
                </a:extLst>
              </p:cNvPr>
              <p:cNvSpPr txBox="1"/>
              <p:nvPr/>
            </p:nvSpPr>
            <p:spPr>
              <a:xfrm>
                <a:off x="6995400" y="5110605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4E8A125-DE7A-F368-8D78-45AC4CE4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00" y="5110605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48AAD43-786F-0415-0CA4-A9ED4B31F5F5}"/>
                  </a:ext>
                </a:extLst>
              </p:cNvPr>
              <p:cNvSpPr txBox="1"/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0BAEB83-01EA-9FED-9040-598CB61F5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65AA33F-366E-E462-31E9-5202E9129AFC}"/>
                  </a:ext>
                </a:extLst>
              </p:cNvPr>
              <p:cNvSpPr txBox="1"/>
              <p:nvPr/>
            </p:nvSpPr>
            <p:spPr>
              <a:xfrm>
                <a:off x="6125381" y="5110605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62E3F87-6042-A4A0-EB2B-75E221F49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381" y="5110605"/>
                <a:ext cx="91993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2D58246-B851-968E-ECAE-8AA8634D7BC2}"/>
                  </a:ext>
                </a:extLst>
              </p:cNvPr>
              <p:cNvSpPr txBox="1"/>
              <p:nvPr/>
            </p:nvSpPr>
            <p:spPr>
              <a:xfrm>
                <a:off x="3409426" y="1387551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6B47B38-B0E6-7EB2-DA90-0E6681372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426" y="1387551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0D38ECF-8F96-4A9C-0E42-43CF76D1AEB3}"/>
                  </a:ext>
                </a:extLst>
              </p:cNvPr>
              <p:cNvSpPr txBox="1"/>
              <p:nvPr/>
            </p:nvSpPr>
            <p:spPr>
              <a:xfrm>
                <a:off x="5032967" y="113071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16DABC0-5A57-915C-EB9F-4823DECB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67" y="1130713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744882F-ADC5-5D98-2222-606759389C4A}"/>
                  </a:ext>
                </a:extLst>
              </p:cNvPr>
              <p:cNvSpPr txBox="1"/>
              <p:nvPr/>
            </p:nvSpPr>
            <p:spPr>
              <a:xfrm>
                <a:off x="5665416" y="204961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2A3B0D9-BD1F-8C28-800F-A4CC8FECE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16" y="2049612"/>
                <a:ext cx="91993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D84162F-5D2E-086F-3936-8F7F93288377}"/>
                  </a:ext>
                </a:extLst>
              </p:cNvPr>
              <p:cNvSpPr txBox="1"/>
              <p:nvPr/>
            </p:nvSpPr>
            <p:spPr>
              <a:xfrm>
                <a:off x="5321532" y="511060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DFD39C0-D090-7963-4489-2458EC4D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532" y="5110605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4456B8-42FD-8B48-41E5-496AFBFC7D6C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4456B8-42FD-8B48-41E5-496AFBFC7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18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6459-9F9A-92AD-C7F7-01CE2D133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3FC19-7129-16BF-0095-88CD59FD7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10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582877-DB57-87FF-DFCB-11ED776194DE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86E0BBD-E63A-175D-2D03-1BEC16DDFFBF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850D8AC-1000-026A-6427-2C0AA01B8313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475873-8C7B-6D46-7FE0-D1D8A2A1592A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C9403-5C74-A6F6-5640-AC81716B5F0F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489B3-FD0F-1770-CF38-A6AFA2B11805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C2DDC4-0FE3-1FBE-5EB2-9AD5954C9B66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5F0A4E-D5E1-C924-7586-32A9D35D54D7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DB066C-D466-F0F4-4362-51D12C2D9D24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DD70EB-DB43-CECD-56B1-228AF91A6776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E1F7D5-65FE-6761-BEE0-6AA8EB1265EC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2CD994-646A-4E8A-E789-FE9F8ECA7212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08D15E1-C768-2074-20BE-68C6EA347082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E9AD7C1-663F-FD2A-FD12-5B7453A98A7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91354AE-9614-B770-EC9B-45506AAEE5A0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7E9B0DF-72D5-8D1F-D846-079EE332FAFC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FA0BFDB-05A0-BB16-1A48-47183085B195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493B0E9-B79D-8F22-EFF6-5924F15AE3F5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E6B5978-CDE0-967D-1911-314A9701DB0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CFA3A70-F234-3C6B-4409-0CCC73033414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AACD68F4-25A9-5BCA-ABAE-236010046F95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D96929F-FC9D-10DC-B946-CD8193FEFFE2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D05CEF-4825-F5CD-764A-BAB9912AC9CD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5CF6DB2-6E7D-7693-2FD3-F6A6CFEF3984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9DA8968-1D8A-CAAE-7A96-5CEB3BF1B75A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E0963A8-E361-FDF2-70EB-E2DFE1A0B1EE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AF14199-BD75-1BF1-CCEF-120AD6B3A8EE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5255F5D-4E42-C19D-64BA-94B588810F36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50FE804-BD36-73F2-519D-ECC57E06C8F8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CDA9A62-195F-2727-1A3D-2E1F9FAA6877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09274EEC-2C9E-5A72-2C20-190BB413A730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10C31E49-AD74-2CA6-657A-4D608E993217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3E2909A6-CA67-C64D-32D5-AFB323903D1E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FBD99361-BFDD-057D-CE53-CDF98F62CD38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85D3C46B-7C3F-8DC6-2C91-880478978D5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87607996-37D7-6313-B922-E96D22E04E3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9F5AB11C-9B07-DE74-1C27-50B299A5EF6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40DF5BC4-DE69-ACA6-79DB-410BAF00010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10AC32C1-C883-A203-8B67-E1E5EDE5DEF0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8A5659C7-708D-E99C-2F8B-F425E56F6BA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62F35185-D9E6-8066-A03E-704564FFD0C0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1128F105-9853-3B53-87B6-2D1E035D948D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8682454D-18DD-3E28-D348-A4B47B55C673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7A3A84FA-F889-AA55-0535-FA147C3EEE02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BF5EBEE1-7EFD-5AD9-07BE-0DEC25AD6E40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38E3EBBD-87E8-B1F0-38E2-0F40F1409B71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97BDEE7-1A4A-AC27-C838-FF0EEC6C0AA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E87C168A-A6F1-2254-2FD4-B68FFD655364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B0451D2E-042B-71F9-6185-7A4869B7A597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3C5DBA31-7ACA-EE25-B1F9-0995AE6E4AB1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4F3D068B-12BD-D584-2E45-22C30509CFF7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B1C5EE06-B449-C5AE-5F97-60AA98215F74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E5ABEC1A-960D-3862-F683-09286F564626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A5D5C44E-9699-1054-7FF8-05988CB24F75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B833F8E4-19E8-6D65-E743-409C0DD20CD5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D94A8E93-642D-8645-789E-759E922276FF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23A85DBD-782A-338D-E723-348585E2550B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213D1A56-C08F-C569-0C7F-69926CA15A76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035D3A4C-6601-09B5-17C3-89A1CE8CFF05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CEA7335F-78C1-7594-A4FD-90462B7440BD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B34357F4-FC4C-0035-8B47-B9A216FA8582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4AC1CE87-0B54-2067-C6D1-ED8808006650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374A09F2-3FDF-FDD1-EDE3-637C47C382ED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7C9247F7-35BB-C7C4-E75D-E8D124446D3B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AA7B960C-06D5-5F54-E627-8422797AAFF4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08494385-E27B-3B0E-76C3-F64DC48705A9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25345A03-7269-35A8-AC82-B01E8C140412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E57F01DD-8C55-F579-AA0D-B5762BAFE67D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64480381-7D25-074C-A682-259EAD90D1A6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6829B55E-1D51-5FA8-7E9F-47A1D39CB4D9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2626D6ED-D49B-0638-B0B0-720CF9A4F9D2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5612128F-3124-CAD5-579D-6A6F30C2BFF4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C36DF984-D34B-1B06-B42A-DA95D5706638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3B6546FD-AF63-75CE-CA06-889E3ACBFA61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5F64412B-D96B-378A-6FBF-EB869CA03C7D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D9DC6BA6-16AC-9FB2-831B-3315715A1D37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8F17ADB1-50CE-8B6B-9791-7B7AD232F99D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171DD19C-5469-4A70-1EE3-37CCFAE5C4B9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34AD4EDC-026C-5244-81B6-FEC3F4B20D5B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8D9C7091-68F4-69F1-2BF3-9072D73A1ECB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A0496FB7-2ED5-8528-103F-0785C150E23F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03C29C30-0B86-877C-D327-C93599E2378D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DB9F6732-1DAF-69EB-8758-14D6B3298D98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C617FC16-DDC4-EBEF-4979-D1D78522DBC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649463B7-4A76-F747-B123-28BC80FE329B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A176CADA-4D07-4151-D83D-CA1DB4ABD230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FC9E4A2B-68C8-08E6-DDCC-0B51DEA5F6F9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6551D9EE-9699-9840-21B3-0450BBBAC466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6C7F9FAE-6EF8-7D41-49B7-E10073965974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270B354A-7A94-A1B6-7A62-1095304F3CD2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DC26CC1E-4CB3-87F9-B841-72A63D634F11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9F37D3A4-C442-EE9D-8CF3-DF2C9CB28937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19AE5F0F-FCDB-AA65-D6D4-1852C6B23AC7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2217621C-42C4-06C8-74B7-BF6BDE06A4DA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CCC44352-C0E5-2AE7-B602-E54700DF1FCA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8BE25F28-9A25-07F6-F0AA-8B9695BF0269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8EA7AB99-ACD7-0173-DFFF-8A009EBB22D2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1C9796-3559-13EE-BB41-3D14EC084ACE}"/>
                  </a:ext>
                </a:extLst>
              </p:cNvPr>
              <p:cNvSpPr txBox="1"/>
              <p:nvPr/>
            </p:nvSpPr>
            <p:spPr>
              <a:xfrm>
                <a:off x="7737231" y="505009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1C9796-3559-13EE-BB41-3D14EC084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31" y="5050092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F8FF7A2-D943-4D81-2BD6-15BA2869AFD4}"/>
                  </a:ext>
                </a:extLst>
              </p:cNvPr>
              <p:cNvSpPr txBox="1"/>
              <p:nvPr/>
            </p:nvSpPr>
            <p:spPr>
              <a:xfrm>
                <a:off x="7004936" y="505775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F8FF7A2-D943-4D81-2BD6-15BA2869A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936" y="5057753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F865E8-8F6E-A5D0-BB0E-FF91AB957BF4}"/>
                  </a:ext>
                </a:extLst>
              </p:cNvPr>
              <p:cNvSpPr txBox="1"/>
              <p:nvPr/>
            </p:nvSpPr>
            <p:spPr>
              <a:xfrm>
                <a:off x="6380799" y="49865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F865E8-8F6E-A5D0-BB0E-FF91AB95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799" y="4986503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A3339AE-0491-057A-F159-540AE8D2A708}"/>
                  </a:ext>
                </a:extLst>
              </p:cNvPr>
              <p:cNvSpPr txBox="1"/>
              <p:nvPr/>
            </p:nvSpPr>
            <p:spPr>
              <a:xfrm>
                <a:off x="3766332" y="166961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A3339AE-0491-057A-F159-540AE8D2A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332" y="1669611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AA2F807-C281-2D93-F754-C469961CC447}"/>
                  </a:ext>
                </a:extLst>
              </p:cNvPr>
              <p:cNvSpPr txBox="1"/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AA2F807-C281-2D93-F754-C469961CC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A0D9265-B831-9182-200C-D7894D5F6D4D}"/>
                  </a:ext>
                </a:extLst>
              </p:cNvPr>
              <p:cNvSpPr txBox="1"/>
              <p:nvPr/>
            </p:nvSpPr>
            <p:spPr>
              <a:xfrm>
                <a:off x="5841266" y="203992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A0D9265-B831-9182-200C-D7894D5F6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66" y="2039928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13603CA-20C3-A9C1-7718-24207CFBC8F2}"/>
                  </a:ext>
                </a:extLst>
              </p:cNvPr>
              <p:cNvSpPr txBox="1"/>
              <p:nvPr/>
            </p:nvSpPr>
            <p:spPr>
              <a:xfrm>
                <a:off x="5061297" y="119498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13603CA-20C3-A9C1-7718-24207CFBC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297" y="1194981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69AE195-D31A-DB3D-6239-AC70CFAD22BD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69AE195-D31A-DB3D-6239-AC70CFAD2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61D1E72-5A0F-C2AC-0618-E3C81EC2A5D4}"/>
                  </a:ext>
                </a:extLst>
              </p:cNvPr>
              <p:cNvSpPr txBox="1"/>
              <p:nvPr/>
            </p:nvSpPr>
            <p:spPr>
              <a:xfrm>
                <a:off x="5329067" y="498749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61D1E72-5A0F-C2AC-0618-E3C81EC2A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067" y="4987495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87AE459-9172-D847-C11B-30D1D6EBF91C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87AE459-9172-D847-C11B-30D1D6EB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484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07443-21D6-4BC5-A189-E1B99989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50FDD-2FF5-A7EA-4E8F-67C48287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11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705EE-A04E-A982-E881-5A3026973400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CC5FCD6-5DC1-4204-22CE-47E66F0ECA28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80E268E-4046-6602-957C-5820E3E41C0F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EF0807-5B48-422C-23CD-AE325A664535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88B1DB-BCD8-2A89-D997-699691EEC574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C894EC-3349-FE4C-B45E-A6DA07F9E68A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822E21-0FBD-20A6-F00F-E1C24B7575C6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46E9A9-EA8A-1006-B0F3-526343E73CFC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18B4E1-B35F-B6A0-4B04-8189BA477EC8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49F83-6CAA-6F9A-60CC-D94295C28F77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750342-9815-B935-6FC7-EBE934F0F30B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2C3548-494E-9AC2-DD2B-2812CF6E3245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5505358-0F57-1948-FB14-64AB51B449C9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9A274C0-0CC6-1B30-D1C5-A2AB1544D5B1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C4DEA41-9222-76CB-A5EA-CA839C311E26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67FA908-012C-8D3E-F4F2-0A03B0FCDB10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83A4139-D993-7F7B-2560-06216E7E0D2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2924175-8EB2-7FA8-C0CF-60EC5017C904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2B5FD1C-9CAF-5446-5063-A9968D60D62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9C21F2-D02A-1849-328D-186E496E10F7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E1572E2-A563-5FA6-8F9D-88C3E4F4B06D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778513-30FC-44D0-9948-AE020ECF5462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9564E0E-F699-8D3E-31DD-6E3A1CC774CC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04E6FF9-E94B-3283-0A84-FB12A9D5427D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CA34343-9489-9F41-3527-5ED05CDAA053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5D823EA-DBA3-BBD4-2027-7D6259B31CCF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9AAAFB-563C-4CF6-3E20-B086964BDE48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4404A76-19EF-104B-75AA-32651AB9CD8B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BE22688-2F72-94A7-BA50-3AB2BB2F2E53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817AE04-626A-0E43-77B5-64A1CBC2D6B8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573B37B1-8032-1C76-F4D8-F5E10C0148B6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D157509C-F6FC-6F50-B294-1AB8CC44CB01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80D63DCA-6516-B39B-6A99-5F81D766E293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97776A8-81E1-5355-3B6F-86136EEF009E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2BD43E81-CDD2-E2C0-1CA6-3231B5D8695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2A849BAE-0058-869D-7A5C-BAE14033C79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EC7E0405-A98C-BDCC-32BD-1DE93CF1ADD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FF7535C-E0C6-D745-1849-E7010D324D9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75E8ED5F-84C8-D782-F612-1DF0ADF44FF2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BAA44976-A0A3-3321-A21C-A433CD58B2A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6D01E6CF-5910-F0AC-DC30-7FADDA6629E4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E8D3CA85-68BC-681C-4737-A46B3BA3C8EA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A8118DB6-8C0E-B340-47BB-DD56BC68B584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77FE2A28-CDE8-1D66-1856-C31781274F31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7DD1D6B2-79E0-9517-27A1-460FE06431EC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0D88CB8C-13E6-08D1-19E4-567960339882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653DE12F-F9D7-88CA-F8F3-4D8CC61471FD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805274B8-D404-186C-36CB-1D6D4994E677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312ED5CC-8AC1-8217-924A-8956A9FDAF76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ACFB20CD-523B-4EE9-3612-9B8174B0AC86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C5BD8C28-4AE6-93A3-087E-C6CAC1FC0F38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43BC5AF7-0DB6-2291-9F1E-4B06CFA912B0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3E30DE1E-2440-D19D-A064-10C96803247F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4D064650-0035-A9D3-C549-BC6B701CAB9D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69D58CB8-1555-F276-ACA4-890DBC7CBAF9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FECA1107-E95A-7C54-16D3-2E8C7FA0D270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024E0091-466A-D67F-373A-9FCC7C8E58B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21728680-C796-AB2A-AEF3-1F70F3D65EF5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2D522666-DCEF-206F-62A4-C89F00DDFE05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461DF806-FB04-6FD8-6ACD-D81BAF4BD6DE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62D27393-087B-DA1C-C9EC-7FDEADD70D0F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EB9CFE06-B1D3-A277-C3F0-7A86D24DF17A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1DD77B33-1EB4-5E3D-0CBB-8D99D0D49D72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3C2B286F-16D3-D659-B2AC-14E7A8BC3CA9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2365C748-1BBF-D810-12CE-8AC9F425099B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5A029E2D-6DF7-D031-06A3-50127A33F6DE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9978440A-A285-0385-DEB1-93C044BB51AF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CE052DEA-BD03-48E6-1C03-050EA643E677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98270D53-FDC3-98E7-1AD0-022AF827BD33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5B07AAD4-4658-9A75-C954-4908AE637B21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9B9525AE-ADAD-3D63-3A3F-BA0D4F7A2FFC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3245D596-9863-D14A-EDA9-BFC521793873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5F545CAD-622F-6A52-1A9B-93CA1137E011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B97967D4-FD63-2639-0668-6B59A85BD25F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1168DB91-6F6E-8264-FA0F-777D5BD7D8D8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D39A64FD-8F29-0F76-2EE2-93C0D0A793CE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F23E41B9-B07A-00F8-90D4-BEE8C40D19B2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F52367B9-2AC6-53DE-CD3D-FF270F4790D4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B4960466-D47A-69BD-5C5B-D3DF22598AF5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966644F9-38DD-AA5D-CF19-449E3C234F6A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35BA8CFC-24F2-85EF-A3B4-1E97F9F9ED03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3C8AE91B-54F6-CBFD-48F9-A757ECC77F4E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50EFFB64-5B0B-D746-C009-E7D2232E14EF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35EA5375-B86E-DC0A-541B-851A8946ED73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BF0DB3E8-B5D3-7ECA-A168-4BAE15225BEA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EC158655-7C0D-A4FC-2AAA-3477B00024D6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C1C37ECA-DBFC-5281-F9A6-C064586DD307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1459A30E-1A75-5C04-4680-AC20ED747F84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0DBC8A1E-89D6-C71C-6B0D-784BD8BEA44D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FE124C25-3146-DCAE-17AF-E3A293DE17CB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2853C231-01D5-E7D9-72C2-25DEAEBFF62E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8BF08EF4-CDC6-D6F3-CF80-8113766A5AB8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A144E1BA-1F83-364F-9A7E-42449FB5CA6E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DAE3D2F2-263D-B0A9-8220-91BAE5CB2424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4F99A095-3185-A0C6-D005-E83B6BA06CA2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E0493EE9-5F37-4D8A-0AD3-2EC96E826550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7F9DAC2B-DE0D-A233-93A4-BE95384EAF73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B7C7D5-0F6A-D56B-6F60-594DFE6F3A48}"/>
                  </a:ext>
                </a:extLst>
              </p:cNvPr>
              <p:cNvSpPr txBox="1"/>
              <p:nvPr/>
            </p:nvSpPr>
            <p:spPr>
              <a:xfrm>
                <a:off x="8285581" y="5035281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B7C7D5-0F6A-D56B-6F60-594DFE6F3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581" y="5035281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3BBB2F-6F97-1B29-10C2-B40B2ADA4C69}"/>
                  </a:ext>
                </a:extLst>
              </p:cNvPr>
              <p:cNvSpPr txBox="1"/>
              <p:nvPr/>
            </p:nvSpPr>
            <p:spPr>
              <a:xfrm>
                <a:off x="7540798" y="505009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3BBB2F-6F97-1B29-10C2-B40B2ADA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798" y="5050092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A5C265-2654-5894-981D-D455224EAD4F}"/>
                  </a:ext>
                </a:extLst>
              </p:cNvPr>
              <p:cNvSpPr txBox="1"/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A5C265-2654-5894-981D-D455224EA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27" y="2966758"/>
                <a:ext cx="9199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3143893-F0D2-2CA4-39F5-900933D172DF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3143893-F0D2-2CA4-39F5-900933D17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5F9CC9A-8F38-6385-B6E9-B714EA8548AA}"/>
                  </a:ext>
                </a:extLst>
              </p:cNvPr>
              <p:cNvSpPr txBox="1"/>
              <p:nvPr/>
            </p:nvSpPr>
            <p:spPr>
              <a:xfrm>
                <a:off x="7211260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5F9CC9A-8F38-6385-B6E9-B714EA85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60" y="5076803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5AA048-D9B7-7DDD-2C88-0BD51C9FD7AB}"/>
                  </a:ext>
                </a:extLst>
              </p:cNvPr>
              <p:cNvSpPr txBox="1"/>
              <p:nvPr/>
            </p:nvSpPr>
            <p:spPr>
              <a:xfrm>
                <a:off x="6485760" y="505031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5AA048-D9B7-7DDD-2C88-0BD51C9FD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760" y="5050317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2F71129-F0C1-53FE-CF84-45E47EB32CAF}"/>
                  </a:ext>
                </a:extLst>
              </p:cNvPr>
              <p:cNvSpPr txBox="1"/>
              <p:nvPr/>
            </p:nvSpPr>
            <p:spPr>
              <a:xfrm>
                <a:off x="5286589" y="505009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2F71129-F0C1-53FE-CF84-45E47EB32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89" y="505009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1443F1D-6B42-BF38-DFDE-24A39D8F30DE}"/>
                  </a:ext>
                </a:extLst>
              </p:cNvPr>
              <p:cNvSpPr txBox="1"/>
              <p:nvPr/>
            </p:nvSpPr>
            <p:spPr>
              <a:xfrm>
                <a:off x="3710882" y="171676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1443F1D-6B42-BF38-DFDE-24A39D8F3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82" y="1716763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518A3FF-00AE-0066-E076-66A08F4569E3}"/>
                  </a:ext>
                </a:extLst>
              </p:cNvPr>
              <p:cNvSpPr txBox="1"/>
              <p:nvPr/>
            </p:nvSpPr>
            <p:spPr>
              <a:xfrm>
                <a:off x="5008721" y="118999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518A3FF-00AE-0066-E076-66A08F45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21" y="1189990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80A4A2C-A6EA-1481-520F-1E4180B6AA56}"/>
                  </a:ext>
                </a:extLst>
              </p:cNvPr>
              <p:cNvSpPr txBox="1"/>
              <p:nvPr/>
            </p:nvSpPr>
            <p:spPr>
              <a:xfrm>
                <a:off x="5741121" y="2075717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80A4A2C-A6EA-1481-520F-1E4180B6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121" y="2075717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062453-6FD8-1D32-D446-07D486A8DE65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0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062453-6FD8-1D32-D446-07D486A8D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083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5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3FF9-86B9-CFC6-6A9B-ADB7031C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7DC1E-52A1-6487-1403-10C891610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12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D8EAAA-9164-CEBB-4DFB-A8647DDDCA60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14E7446-5D16-9DF0-8AF0-C24552369112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1A08526-30A2-D2D8-164A-ADC3CF22A943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65131-610E-D70B-1DD4-91390598C5D8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3CBA5-8064-4378-AEC3-9C7D568F4A57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EBB0E-AC1C-8F56-AA65-0056434C0A34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AF1F0B-2BE5-E84A-93B9-84B1E85082EF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B8441-8902-E502-DF7A-4BC0C4D32BF4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642DCF-FF90-ED79-6230-F2698DC85667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53499A-C665-8B2B-D834-57582396318B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01798F-F2CF-5175-1DB9-405B1B48DD42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2DA6D2-BC0C-C643-7C66-C0C86780FEE0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872B59-3C1F-18D3-877D-ACC941ADEA84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DEB3E3A-EE5B-79FE-0691-6B188FD2A12B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43F2B63-435A-ADF2-1E6D-729C0F3E3053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CF9C622-0144-10C8-8C59-31D28DA69644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3023936-3867-9F4C-83FE-16A9FD79C84A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A34F48F-DFAA-DCBA-F574-EEE25413A9E5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3B93AE4-D0A1-8268-BAF9-E19BC8E9C52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49DDE4C-94E4-8BDD-B47C-14D2D8389F5A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33D75FF-9AB2-9BA5-B132-F98FA0FD37B6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9CE5A4B-A9EB-779B-EE67-2EAFED4E4836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A81B225-84FD-5E4D-F0BE-A482D8255555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4D629F-9F9A-2B56-8612-75D261DED7BC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EA89DB-53C6-45DD-8B40-42D07B0926C3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4BDBBA5-F9F9-ACE0-3FD3-E6BB9D30FEAE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8726C69-4A0C-69C5-5ADC-17C79A52B38D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6B9CB6D-D9E2-7AA4-D883-AE72F059595E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25E3D42-C7EB-907E-E5BF-DABD99647DC2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ECCBBE6-7777-5E53-8E23-32D3616D41F8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D84F139-A817-2EB9-E5C1-A54EF7550713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F920429A-E3EA-B5D4-378E-A80F23BAB3B9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5396663A-81A1-E1DA-A459-D592B8F4A73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4DD5DFE1-4DA8-793A-842F-C7CA2E51466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663E6AD-F8FD-32AB-273E-ADDBA5909D1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3BAE0461-7F00-5DA1-4E3C-832ADC48FFD8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F6F8E0C0-E06E-B058-ED98-21B1F01E5DD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D43734C4-0C2A-77DD-2901-E62CC04FC3B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F33E2A3F-D59B-30D3-7381-BA383B407293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CA270808-3F9D-D091-43F4-4713931AD98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9E516220-9BE7-C566-3D62-17236D6B91A7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A6494267-99DE-9BED-005B-DCEAE32C1AE5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6B30E103-6534-91FF-DEA9-4ADCB7AEB198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38F95F15-0C87-5545-86B8-BB5573BD3C87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2AB2FA39-43FE-906A-968A-AE6A66E2698F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1CC539DD-0CEA-8699-F0DA-830D3434A6A3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B4D3836E-8B2A-339A-D5D5-F445A688FEA3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76BC9BD6-3F72-EE99-E66B-75BD0F9E29C5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32714F33-CF55-3221-CDA1-2C26816DB27B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68E8703A-FE67-FE3A-5FBC-7D1670D9E530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D9E4DB06-BBA7-DD32-8A90-104A2574DE6E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4EF63798-72E7-3BA9-F0D8-188D934551FA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5C8BCD3B-1C56-B60B-46C0-8737EF9BE5F1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1ED52894-75E8-6B81-F1E6-7D0F47DB29FD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4156684F-8B38-3AD5-F37F-B8C27060D418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426A5FCD-4512-D977-E262-89FF88A039B9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7A63C01C-BE61-0E6D-7C5F-8B1BD2AEAA3A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B023DBB1-202B-3353-4B24-0D374355258B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7B69BB4C-F2A5-B2E1-3AA1-C487FBC57FD3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8648A1E4-A06A-4186-C012-E8C0F3BF24A3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09C82221-0E98-B524-4E03-6C01C22A40B9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295C949F-9B68-B0E3-BF29-4B16A7911B78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56792394-13A7-3D64-8A07-0B1875848AE1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2A90C16B-927D-F2BA-F8CE-5F7E39DB4CB6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1ABD5237-5E48-3C6D-4D7F-370A22DB37B2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5D5DAE2A-4DDC-A558-09DF-E1ED183EC85A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25696B0D-31A3-9468-3128-9BD908CA5DEE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8FA681D2-E42F-5A84-B270-394F4152D206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4C4AD2D8-26FC-F470-F88E-F8CFB9C8CCCF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43D1DE60-9219-9B2A-019C-0BA0AA447688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0F91CE27-C000-354C-8023-6C1710A59390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7095000D-52C2-8068-50F5-EB9F69D99387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F2D169C6-8A32-47E9-4339-601210F33D3F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20DC5B32-BE1E-FBF9-A453-4CA9D13E3361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2D3D1F2F-55AB-4110-1E3A-A5C9F96D1AF0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869A1035-A768-AA38-CD19-F961218118E5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5EAC3626-F7EC-C877-921A-D95876753609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E7F9CB88-E743-3278-381C-5307E9AE7314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FCB28A3B-E6E5-7567-C932-928CFDE5F384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EF53B29F-33FA-D3B3-0706-20C44D548DC4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22E784E9-A6ED-1625-A574-35680213C6AD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50A0C7FC-D7FC-71F0-573E-D3DCDAAA96B8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2DF0EF90-D41E-4160-EAC0-005003A627EA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03EC8C93-02BB-D174-092C-32A8E65E65FC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0BD27033-80E4-C0D6-F454-04D1BD335B90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5F931331-2A6E-40BB-3C0D-95034438088D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8C3B707C-D24C-AEE8-D41E-D9334F865FE0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FE28AE2C-8C63-331C-1025-2869C09DF2D8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36550353-736F-8F7C-C2D2-8CAF5550B4A9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5576936F-0951-D3E7-4161-608B047B4693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7869660F-BFA7-D119-D526-EE618E78D689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618B1259-4143-F7A2-7572-98B08C54082C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28EBFF9C-CC2A-155E-2273-68012927751E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F8C15C7C-9FE6-80BB-9861-453D6F87D507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8A569F1B-AC61-88E6-1908-EA73C59BEBEB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8FEB8E5D-F120-4E9D-FF51-FA46D6AF692A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FEA947BC-8FAE-AACD-311B-F26AC7BC98B6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03A4CBE-9ADB-3401-0C2E-58FBBD909A31}"/>
                  </a:ext>
                </a:extLst>
              </p:cNvPr>
              <p:cNvSpPr txBox="1"/>
              <p:nvPr/>
            </p:nvSpPr>
            <p:spPr>
              <a:xfrm>
                <a:off x="9010751" y="5047756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03A4CBE-9ADB-3401-0C2E-58FBBD909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751" y="5047756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2E72A3-E58C-BBCD-A706-82364C826F86}"/>
                  </a:ext>
                </a:extLst>
              </p:cNvPr>
              <p:cNvSpPr txBox="1"/>
              <p:nvPr/>
            </p:nvSpPr>
            <p:spPr>
              <a:xfrm>
                <a:off x="8216704" y="505009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2E72A3-E58C-BBCD-A706-82364C826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704" y="5050092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872E7B-1995-3B84-13A3-910E7AFE563B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872E7B-1995-3B84-13A3-910E7AFE5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460A09D-793E-9B81-A66D-F49E87651541}"/>
                  </a:ext>
                </a:extLst>
              </p:cNvPr>
              <p:cNvSpPr txBox="1"/>
              <p:nvPr/>
            </p:nvSpPr>
            <p:spPr>
              <a:xfrm>
                <a:off x="7936013" y="505009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460A09D-793E-9B81-A66D-F49E87651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13" y="5050092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46666C1-8154-423A-3E02-5B71A64DB5A6}"/>
                  </a:ext>
                </a:extLst>
              </p:cNvPr>
              <p:cNvSpPr txBox="1"/>
              <p:nvPr/>
            </p:nvSpPr>
            <p:spPr>
              <a:xfrm>
                <a:off x="7249157" y="504345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46666C1-8154-423A-3E02-5B71A64DB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157" y="5043452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A4302D-2084-0A64-E46B-5E34A9A365B7}"/>
                  </a:ext>
                </a:extLst>
              </p:cNvPr>
              <p:cNvSpPr txBox="1"/>
              <p:nvPr/>
            </p:nvSpPr>
            <p:spPr>
              <a:xfrm>
                <a:off x="6458529" y="504345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A4302D-2084-0A64-E46B-5E34A9A36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529" y="5043452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4E1649-A9FE-6C4F-A18D-C16A64360267}"/>
                  </a:ext>
                </a:extLst>
              </p:cNvPr>
              <p:cNvSpPr txBox="1"/>
              <p:nvPr/>
            </p:nvSpPr>
            <p:spPr>
              <a:xfrm>
                <a:off x="5636034" y="2944637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4E1649-A9FE-6C4F-A18D-C16A64360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034" y="2944637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0F84C19-73A0-24EC-09FA-B71F9C230300}"/>
                  </a:ext>
                </a:extLst>
              </p:cNvPr>
              <p:cNvSpPr txBox="1"/>
              <p:nvPr/>
            </p:nvSpPr>
            <p:spPr>
              <a:xfrm>
                <a:off x="3811667" y="175300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0F84C19-73A0-24EC-09FA-B71F9C23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667" y="1753005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FEF6CB3-903A-9595-DB4A-D1CACE49D5B5}"/>
                  </a:ext>
                </a:extLst>
              </p:cNvPr>
              <p:cNvSpPr txBox="1"/>
              <p:nvPr/>
            </p:nvSpPr>
            <p:spPr>
              <a:xfrm>
                <a:off x="4679058" y="113872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FEF6CB3-903A-9595-DB4A-D1CACE49D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058" y="1138728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79FE14B-A6B7-12B0-A1A6-C1818AA05497}"/>
                  </a:ext>
                </a:extLst>
              </p:cNvPr>
              <p:cNvSpPr txBox="1"/>
              <p:nvPr/>
            </p:nvSpPr>
            <p:spPr>
              <a:xfrm>
                <a:off x="5405749" y="501207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79FE14B-A6B7-12B0-A1A6-C1818AA0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749" y="5012077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56EFF3-D6F3-315E-EBA0-1C7F568A2E3E}"/>
                  </a:ext>
                </a:extLst>
              </p:cNvPr>
              <p:cNvSpPr txBox="1"/>
              <p:nvPr/>
            </p:nvSpPr>
            <p:spPr>
              <a:xfrm>
                <a:off x="5704410" y="202819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56EFF3-D6F3-315E-EBA0-1C7F568A2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410" y="2028193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238D6F3-6B2F-C363-114E-5AC9AC5CC547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238D6F3-6B2F-C363-114E-5AC9AC5CC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35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24F5-275F-96AA-3AAB-DB4F1A83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22161-E849-AEC8-F93F-9A84C1FCF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13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E766FB-BB6B-0875-A856-3F5BB7EE04EA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0152846-C445-A295-BCDB-3722BCA741BA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8F6440D-9DEA-BBDD-0155-AD8F56CF7272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6E1871-9673-A8ED-B1AE-8F23B295CF2E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430E89-9A15-6A2E-D902-D21F38F10FFA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2D98CC-A0D7-9B7D-8B72-B3840DD44D48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CEB0C8-11C4-1F30-2966-37FE2994DFE0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7DCD8D-62E0-5A08-6558-5458DE09C331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B0301A-624E-2CA9-F774-A711838562C8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37D3C9-1CF5-8C87-2D3C-483FA6830743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FDE7B3-0489-EA3D-9E0D-D1E25F941ECE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DA632F-ECE0-309D-844C-75E51CE9E1A3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C3B3244-E0B7-E46B-BD44-56E313A3C056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2E9AD86-A129-6826-CA8B-5BFE58AD3E3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2DDED64-42A9-72AB-F533-A2598DCDB534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6ED0070-F31B-A5EC-C626-C939797DD0F6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9C773BD-E1C7-7B75-65A7-50F5A2826B89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1A40BC0-3813-2B9D-96DE-D88664B6AFA1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04B1411-2AEE-9824-12F7-BBC30BDA852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687D6EA-4E8F-B1AD-8155-E863ABE1DBE5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915D5951-BFB1-3DDC-1088-0608F893D95F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EA28FB0-F6E9-5E37-4B51-A55333E97F3B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05CBE35-E0F4-EA18-2736-A0826C272FC9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0E1D1B6-B11A-F2B8-FEDB-EA3C189E383B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CFF2221-C1E2-97FF-4D80-4630E55DFC02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D3D1291-88E0-FB4B-9D72-82468421C2C3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4D9C3DC-789B-8E78-73D2-D9D2986908C6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22526B0-10FF-BF54-4A05-2710E3E5898E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CB02533-5F8D-C106-D244-B0A1128E059E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DBD977D-DCA7-7A23-6B69-6B5230862189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530E4619-7DBC-66F0-DC5D-FC85F3C5BDDA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729C70F6-B975-74E5-C8B7-551CCB43503C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42A1B857-5D19-02D0-063B-EABDB5CD7B3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8B0EA665-8D5D-C0E9-D20D-71F470E5310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B8D0805-9650-E051-81A5-9E8567C7C43B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58DA2673-1DBE-4285-21D1-EF0F371E0AE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74E6D955-FB56-BCF6-B91A-EB27B7652FA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50A3BC46-EE79-8577-0CF3-B347213CF7F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8C02A622-79C9-C09F-B144-824C6D9A5D4F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4C830911-B7D8-DE08-545A-9AC25B00CCE4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F62D82D4-5574-B25B-7F9D-DEB55D388655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EEAC7A39-3104-BA62-0FFC-8BC0D1F2FDA2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B9F0DAB1-E021-70D6-C949-15AB0954F1B9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498B76AB-1BA3-7D5E-AAF2-0415913BB6E5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4553EDAD-D2D8-B9D2-F323-C7EB5B1BEFEC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3BF5CA6F-D8D0-3437-7128-A7F7EAEF95B4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1F0AB1FE-2841-90E0-27D9-DB1BEBE78720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A96B6095-0966-A2C9-4E42-55755463A2F2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408DE91B-72B4-F2D2-1E13-E6DD227198F7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B4D65671-6410-B114-4CE6-E178E810FDEF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01F842E2-01C3-6E13-E9C4-53FFE9E20144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EB2A94FB-E298-C248-6F09-460D260D3D8E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790BB82E-EFF6-956E-A9B4-A76492EF61DC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92606746-8FCB-6BFA-390D-A4C704284B72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9247F356-34B4-EA3E-81CF-82B5D1E420F0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8B9D7AB0-2ABF-3B6E-5752-B379EB53D8BC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0D02D615-B834-4EA3-4D6A-007136CF35BF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0247B6A7-0C6F-7C6A-F875-CC723D951075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845F89C3-15FD-99EF-95AE-E5A8DB6388D9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0AF98F4F-1716-E89C-6737-B8EE83D2EEE1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91437550-EAD7-7278-57EF-63F3C165BA09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FF8FD52E-A01F-97C0-B2CA-A3B8361AE58F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46D17BFD-E548-FF2B-72FD-953D1CA008F7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9D48CA78-11AA-AB6A-E0FE-DA358F5F0C94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06188B13-2009-097D-85D7-83341C2A235D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31DEA808-EBD1-6C15-83C8-959701BAA132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F07B4D82-2EB4-7E46-B426-7F191417447A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6BEDF2B-6DF1-5FBD-03A4-F07030DBC67C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730AD840-E0A0-200C-FBBE-81D9060561EC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F8422432-94F6-3B0F-155F-DB79D2404163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86166E27-A26F-74F3-258D-27743E20A3D1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85B72BB6-C663-CA25-BB7A-5F8D7133D8A1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AA013427-A43D-9E4C-1E24-4455D4E55BE3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24933819-A77C-02E5-BB70-E989E52EB560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FB90F2A5-3085-A61B-CA53-88A2382C163B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B258C35B-4130-D2CE-8FB6-F791FA67A1DA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7275C5B0-3B66-3725-D1E0-531E1166B69C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43D8E883-E9DF-F979-930B-F8C738F05021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3A350C4A-A36E-CD68-2D1B-8F98235E71EA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18776D66-1D6C-8029-F3BE-6BACC3FA4D8D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7F949DE4-3684-7A2F-2B54-BC49A6BEA7D8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BCA3843A-3D49-6251-2B7F-6DBCC31DCE2D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FC37613F-58CE-5D7C-79E4-7D4DB2034F0B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20806934-AB9D-7476-9169-55491C67BDA8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D780DC4F-1134-ACAF-C61C-D915EAB518AF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6CDBAFB9-7ECA-08BD-4214-9D4541FD2CAC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2130D9B6-6911-DF71-8707-845E35E2DD0C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354AB300-7C36-658D-A48A-7F9B7CA13AD3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96C9AB5A-C1DA-65F6-414B-25853264451F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6276C419-C71C-F999-8423-ADE22FF851DE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53394608-D5B8-CFCC-5C2A-6135A0AA0D5C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BAA9B53B-1E10-EA26-CC31-A28265D73AAA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6A495000-D692-74C7-B122-49E6D284E607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595ADC19-03CE-E6D2-D6DD-11CB38AF23CB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C4E413E9-090A-3003-A11E-FD640D717A53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66B0FD2E-6DA9-C05E-0044-B1C27216F13F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60A6F7E7-8E22-CCD3-C8F8-8BD1B0A2B083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DE50C2-1E9F-5D63-3262-4C44E6BBBE6C}"/>
                  </a:ext>
                </a:extLst>
              </p:cNvPr>
              <p:cNvSpPr txBox="1"/>
              <p:nvPr/>
            </p:nvSpPr>
            <p:spPr>
              <a:xfrm>
                <a:off x="9722644" y="505009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DE50C2-1E9F-5D63-3262-4C44E6BBB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644" y="5050092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E111DE-14A5-F1B1-7841-662387EB2ACD}"/>
                  </a:ext>
                </a:extLst>
              </p:cNvPr>
              <p:cNvSpPr txBox="1"/>
              <p:nvPr/>
            </p:nvSpPr>
            <p:spPr>
              <a:xfrm>
                <a:off x="8928597" y="505242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E111DE-14A5-F1B1-7841-662387EB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597" y="5052428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8A83AD-AB3C-B880-7290-EFCD8D005112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8A83AD-AB3C-B880-7290-EFCD8D00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54885B-2736-2C13-BC5B-CC4128931C1E}"/>
                  </a:ext>
                </a:extLst>
              </p:cNvPr>
              <p:cNvSpPr txBox="1"/>
              <p:nvPr/>
            </p:nvSpPr>
            <p:spPr>
              <a:xfrm>
                <a:off x="8647906" y="505242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54885B-2736-2C13-BC5B-CC4128931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906" y="5052428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44882A-A7E4-9B30-1AF5-FB43A296D95F}"/>
                  </a:ext>
                </a:extLst>
              </p:cNvPr>
              <p:cNvSpPr txBox="1"/>
              <p:nvPr/>
            </p:nvSpPr>
            <p:spPr>
              <a:xfrm>
                <a:off x="7961050" y="504578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44882A-A7E4-9B30-1AF5-FB43A296D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050" y="5045788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A5BC70D-8172-9401-2D3D-B575134CAE88}"/>
                  </a:ext>
                </a:extLst>
              </p:cNvPr>
              <p:cNvSpPr txBox="1"/>
              <p:nvPr/>
            </p:nvSpPr>
            <p:spPr>
              <a:xfrm>
                <a:off x="7170422" y="504578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A5BC70D-8172-9401-2D3D-B575134C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422" y="5045788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A6400D-5E2B-AB10-B34F-C127BC12259C}"/>
                  </a:ext>
                </a:extLst>
              </p:cNvPr>
              <p:cNvSpPr txBox="1"/>
              <p:nvPr/>
            </p:nvSpPr>
            <p:spPr>
              <a:xfrm>
                <a:off x="6474351" y="504345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A6400D-5E2B-AB10-B34F-C127BC122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51" y="504345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49FEC0F-A3F6-2598-DDB7-663B0F9C93DB}"/>
                  </a:ext>
                </a:extLst>
              </p:cNvPr>
              <p:cNvSpPr txBox="1"/>
              <p:nvPr/>
            </p:nvSpPr>
            <p:spPr>
              <a:xfrm>
                <a:off x="5554084" y="2930994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49FEC0F-A3F6-2598-DDB7-663B0F9C9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084" y="2930994"/>
                <a:ext cx="91993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BB328BB-EE54-EB11-5CAE-9FA77B54F9A8}"/>
                  </a:ext>
                </a:extLst>
              </p:cNvPr>
              <p:cNvSpPr txBox="1"/>
              <p:nvPr/>
            </p:nvSpPr>
            <p:spPr>
              <a:xfrm>
                <a:off x="3828644" y="174119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BB328BB-EE54-EB11-5CAE-9FA77B54F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644" y="1741191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A24841F-BB8C-4823-C7BB-76B0294BB3BE}"/>
                  </a:ext>
                </a:extLst>
              </p:cNvPr>
              <p:cNvSpPr txBox="1"/>
              <p:nvPr/>
            </p:nvSpPr>
            <p:spPr>
              <a:xfrm>
                <a:off x="5042355" y="119498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A24841F-BB8C-4823-C7BB-76B0294B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55" y="1194981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231414E-8463-AEDE-77AA-07CFC67AC224}"/>
                  </a:ext>
                </a:extLst>
              </p:cNvPr>
              <p:cNvSpPr txBox="1"/>
              <p:nvPr/>
            </p:nvSpPr>
            <p:spPr>
              <a:xfrm>
                <a:off x="5784200" y="2010661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231414E-8463-AEDE-77AA-07CFC67AC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200" y="2010661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430530-AA33-DB75-1781-0E8AE962271D}"/>
                  </a:ext>
                </a:extLst>
              </p:cNvPr>
              <p:cNvSpPr txBox="1"/>
              <p:nvPr/>
            </p:nvSpPr>
            <p:spPr>
              <a:xfrm>
                <a:off x="5305512" y="503157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430530-AA33-DB75-1781-0E8AE9622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512" y="503157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12F0597-1DC7-A853-47D3-D10E31C8BFA8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12F0597-1DC7-A853-47D3-D10E31C8B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158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E5EB-28A7-DAD7-79CF-AC9BA7F8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31238-15B7-7121-5075-D19AAB642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14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2DF1B6-5B24-6DB6-6544-CAD8BE1B2DC6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5BB464-D8AD-A522-99BA-931B8BA41EE8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148C041-AF58-FB09-EEA3-D48EF06FCD04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BACEE1-5CAD-2AD5-FF06-920A8420F50E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6CD5D8-2BB8-D6D5-2973-F5C8F0AA47B8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174B50-6328-4043-EFC9-3DC54E7EEC96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E8D1B5-FD40-FA0E-B076-364183403C97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EB3B55-33D0-1B67-6ECF-270DA5C78F65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D39D3C-E694-61F6-4E02-08B4EA9DB794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B15C1-C70D-FBC5-43A5-08B68F43A957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C8F6DD-074B-6266-8551-A2571D30E8AB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501A25-3444-CEC9-F09C-4890BFAF088A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FC33DFC-06FB-DD46-4FAD-37DD85E1AE8F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55A018B-4077-2013-1054-FB165F79F406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3A8EF6B-43A3-8AB0-31B4-730B86C5CD87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CFB8558-D340-213D-39F8-EA82229CDD93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F5F3A53-CF84-C694-F639-74370B518B5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6A319CE-C5BA-D6BA-94A8-FE5DFB35D089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692689A-227E-E183-356F-B33C9E9BCF9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D906002-3C94-3CD7-6952-AB3DA409D2EA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D8F16E39-B4B6-6D65-75B3-F11B9BDB9F9A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5A018A7-CE66-9FF1-CCBB-5E458D10F704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F72505-A579-295A-671D-7A20C898FCAF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6A8E9C-5E7A-61ED-A314-A2F0036FB0A1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634C64-413F-DB5A-B72D-AEDEB800E246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249E89C-C1AE-39DC-1939-FA2E6030A2C4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4746CE2-DB4A-9A17-77E1-58CB4FA7B07E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A8EB424-67A7-5491-D703-FF41B8468E71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BBE53C-5DEE-67A5-F6F4-A9EE7128F691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51C19DB-B80E-1A9B-9DE6-BA4926F5FC79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98B41B8-2D87-4B57-76B2-A68A6C440275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619B95A9-745A-785D-2242-665C03EDB15C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805458B-3859-8AA7-D34E-7652AB8D712B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0D8ECF81-1094-876F-089A-A3E489B9543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23987026-DEEA-FB76-829C-B955BCABCD6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23FE4BD0-29A4-B246-A6E5-56D53C84E8B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1BF5B9D1-DD3D-2BC2-9F9D-E1246337602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DE8BD71F-CF4C-C7EB-23DE-3586086D4FE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41FB0487-C638-E25A-16F7-7D8B1ABC66F5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8DDFD3F6-BC03-E45E-47C1-319344BF2EC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7F8CC54F-8227-1EC6-89C4-033B008DDF71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1150185B-C09C-D070-9AC1-EB6A4A89C328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4AF93DB2-2E9C-C125-ADC9-7EAE247B2FAA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87DF12FD-E177-9020-7495-B6DEF89953CB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490C7380-7BC8-BCC8-2009-1C0442866A24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A056A83C-45B1-7397-11FA-8A290667953A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24E9322F-7098-9AAC-E63C-87A75D503F6E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E1086D9B-35C1-AF70-CD9A-1D003F150923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6CDA9F82-113D-0964-CEC7-D07FA79B2F18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733C2DE5-9A7B-DDB4-FEF1-8BA311B99B07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3510D1FC-EC17-D2A7-757C-012A462AC862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01FD460E-1F2E-540C-1DEE-4661171D91E2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E7A54B66-AAC1-BA07-E15D-488B9CAAF3A3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131E9D07-BADD-432B-E8C1-3CED5D274892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A87731C3-1AF3-14AF-2E1D-3912F1B82F3E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89DFDD61-350B-A15C-37BC-0D13504E1768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BC83A814-07E5-A5AA-92AE-A094FD827A23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74856EB7-B43D-D266-31A4-1F0E2CC5781B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F352A3FD-A674-8D08-3879-4AB254899A85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C0DC84AF-FBC3-EC09-A7C0-110815E67032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E43648E8-BED4-FD8A-87C6-65DD0177F5F2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6A3E2193-E4FB-6CD1-C906-9990693EB9CC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C6F5F4E7-E10B-AD18-F4A2-10D1E63BBF2F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CA4BC8D0-1CD2-AD47-1CD5-E685D10C813E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742E2FEA-3B67-11C5-64AD-CF2421571B3C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26717A9F-59B5-5C87-2345-F925A14F98AF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E2FF2EAD-BF3C-316E-D22F-EBCE84BE8C50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C64D2E7D-7E2A-3B82-1BFA-48F58B52B8FA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F36824F4-4F90-9202-BD26-6492FB689C89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31031F84-108E-F172-D897-5EEFC3C80936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04CDF58C-590B-9AA8-2082-9818532727B2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32C376E6-E2FD-9CA6-7CB2-85D5C89D321F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CBDEFBBC-1AB0-ADAD-10A2-56BDB112BA1C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77763006-3495-39C4-2CA4-728AE044A107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3ED05DD3-013B-B168-B379-74535BA77941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EC9B4828-FDED-AD04-6422-9A524BC0E6F6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4C06E342-AA34-6BA7-DC44-6ECE9F22EA76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59FB3450-25E2-29F1-9BA3-2F4D55C77479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2ADC7571-DB1E-AE06-8FE3-D28A668918D5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EA9778C0-4939-686D-4BD3-FDC2E7F3A248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6A428A4F-7F6A-73A0-8DBD-0E435CE515BF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6054F906-B168-7C3D-F477-79270A371C61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4A923FC7-A2E8-46AD-41ED-7E78FD02CF7A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3C7FA8C9-1C5D-E58F-306B-60A94AFF94A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714997ED-E022-EE50-56A2-257DB38F32D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CFA0F465-EC92-929A-7346-1905461D5032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12D70391-039A-8756-03D3-29317A37E262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C3DEEEE6-A98C-4693-1A76-98829D13FD59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C50BAAE5-EE10-187F-2C7D-DB15BFDCDFF4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A41168BE-9144-CACA-E96F-1C82FE8ACA61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A8BEBE6A-FA85-AED3-E773-C7DA647C6429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68E29C08-6C93-4E64-38E9-7B016725AD0D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DB169D43-964C-E3A7-C752-A146EE15E090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88C4CA37-8208-8EE6-57A8-B820A732CD60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68C8C238-60A1-799A-DCCC-B9383989F626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B4A25BAC-284C-8964-6167-3626B081918F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3CC76D15-E744-522C-6F5C-7AD9952B5EA3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4EC96ED-775F-7898-0276-76B1A7A0B290}"/>
                  </a:ext>
                </a:extLst>
              </p:cNvPr>
              <p:cNvSpPr txBox="1"/>
              <p:nvPr/>
            </p:nvSpPr>
            <p:spPr>
              <a:xfrm>
                <a:off x="10385352" y="507445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4EC96ED-775F-7898-0276-76B1A7A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352" y="5074452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024DEE-AF6C-3FB2-A4A5-8B4B520D5AFE}"/>
                  </a:ext>
                </a:extLst>
              </p:cNvPr>
              <p:cNvSpPr txBox="1"/>
              <p:nvPr/>
            </p:nvSpPr>
            <p:spPr>
              <a:xfrm>
                <a:off x="9591305" y="507678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024DEE-AF6C-3FB2-A4A5-8B4B520D5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305" y="5076788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E5F255-C12D-D0D3-6B46-20BF08EA975C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E5F255-C12D-D0D3-6B46-20BF08EA9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36B1A9C-3C94-9C30-0343-6456123B4E3D}"/>
                  </a:ext>
                </a:extLst>
              </p:cNvPr>
              <p:cNvSpPr txBox="1"/>
              <p:nvPr/>
            </p:nvSpPr>
            <p:spPr>
              <a:xfrm>
                <a:off x="9310614" y="507678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36B1A9C-3C94-9C30-0343-6456123B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614" y="5076788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BFF363-8B10-457C-8772-85369352315E}"/>
                  </a:ext>
                </a:extLst>
              </p:cNvPr>
              <p:cNvSpPr txBox="1"/>
              <p:nvPr/>
            </p:nvSpPr>
            <p:spPr>
              <a:xfrm>
                <a:off x="8623758" y="507014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BFF363-8B10-457C-8772-853693523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758" y="5070148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0FB885D-E428-4C1B-CE22-1F971622A14E}"/>
                  </a:ext>
                </a:extLst>
              </p:cNvPr>
              <p:cNvSpPr txBox="1"/>
              <p:nvPr/>
            </p:nvSpPr>
            <p:spPr>
              <a:xfrm>
                <a:off x="7833130" y="507014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0FB885D-E428-4C1B-CE22-1F971622A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130" y="5070148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C568174-357B-7779-56BE-9B421C5AF3F5}"/>
                  </a:ext>
                </a:extLst>
              </p:cNvPr>
              <p:cNvSpPr txBox="1"/>
              <p:nvPr/>
            </p:nvSpPr>
            <p:spPr>
              <a:xfrm>
                <a:off x="7137059" y="506781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C568174-357B-7779-56BE-9B421C5AF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059" y="506781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0AAACB3-BD7E-10A4-66B1-A8D042F8EBAA}"/>
                  </a:ext>
                </a:extLst>
              </p:cNvPr>
              <p:cNvSpPr txBox="1"/>
              <p:nvPr/>
            </p:nvSpPr>
            <p:spPr>
              <a:xfrm>
                <a:off x="6435487" y="504345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0AAACB3-BD7E-10A4-66B1-A8D042F8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487" y="5043452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130E11-AB42-D2BE-24B5-4AAD48F25FAC}"/>
                  </a:ext>
                </a:extLst>
              </p:cNvPr>
              <p:cNvSpPr txBox="1"/>
              <p:nvPr/>
            </p:nvSpPr>
            <p:spPr>
              <a:xfrm>
                <a:off x="5827014" y="289366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130E11-AB42-D2BE-24B5-4AAD48F25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014" y="2893663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8F65035-4A19-E75B-708D-AE17E0188934}"/>
                  </a:ext>
                </a:extLst>
              </p:cNvPr>
              <p:cNvSpPr txBox="1"/>
              <p:nvPr/>
            </p:nvSpPr>
            <p:spPr>
              <a:xfrm>
                <a:off x="3871756" y="179311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8F65035-4A19-E75B-708D-AE17E0188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756" y="1793119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1399B03-8B8D-DA3D-B0D3-5A1ACD43C26F}"/>
                  </a:ext>
                </a:extLst>
              </p:cNvPr>
              <p:cNvSpPr txBox="1"/>
              <p:nvPr/>
            </p:nvSpPr>
            <p:spPr>
              <a:xfrm>
                <a:off x="5084005" y="119498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1399B03-8B8D-DA3D-B0D3-5A1ACD43C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05" y="1194981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18B5C11-F4EC-65EF-AEA8-E3C9E1440ACA}"/>
                  </a:ext>
                </a:extLst>
              </p:cNvPr>
              <p:cNvSpPr txBox="1"/>
              <p:nvPr/>
            </p:nvSpPr>
            <p:spPr>
              <a:xfrm>
                <a:off x="5709258" y="205541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18B5C11-F4EC-65EF-AEA8-E3C9E1440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58" y="2055413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5472319-053E-3572-AB32-8ECBA9CB9909}"/>
                  </a:ext>
                </a:extLst>
              </p:cNvPr>
              <p:cNvSpPr txBox="1"/>
              <p:nvPr/>
            </p:nvSpPr>
            <p:spPr>
              <a:xfrm>
                <a:off x="5274038" y="503812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5472319-053E-3572-AB32-8ECBA9CB9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038" y="503812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BA4A2BF-03E1-B115-2446-EE3A20815DE0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BA4A2BF-03E1-B115-2446-EE3A20815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93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3B18-935D-D636-7DCF-A3AAB22B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D5CBF-08D7-A40A-1DD2-B420F62DD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15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263F8A-A70A-3EE8-1C7E-6027C9F0594E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939686C-76CC-29DD-9CDD-0CAF30937AFD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BC79AB-6177-87D4-EB89-8A5E5CF1DD69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A9F4B5-6FBA-2397-E1E2-03CD61615302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D22434-7A22-FA29-6B1D-4DF913377DFA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B1754A-9325-B8DA-30DA-7EF67C57A0D1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A4E378-60D9-210A-1791-5B8ABB06F566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2C5570-99AD-1B6C-1434-E443976B0A62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8CC89A-7FA6-BCB1-101C-34C50AE1AF6F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22E8AA-7359-FC5A-932A-F62587BD8417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68A30E-874F-C26A-1309-88A0AE896E93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0F2842-F8A7-767F-6233-7D1C9D9111DA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985CE8D-15EB-7663-B1F9-F8BA8812E1FE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1B4A047-B86E-376F-FE3A-8EAE9F3F5BA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0EDF011-FD04-0635-E341-9502E1C88BC1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E5B330C-D9CC-7C52-1145-4985BF7FA65D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46AAFF-0D4E-9E8C-55D8-4D954DCC398C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7967390-3444-46A9-E39B-F98C68A9ED0D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0B95937-93D8-5CC1-F129-BFB4E0D5D61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A68F49E-5406-10F7-7B10-50E8FF4AF4E5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7DB143D4-6B73-0790-EBB4-FFA4565FBE42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319E7B-3D7F-47BA-7CD0-4B38FF14FEA5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F9ED6EF-9340-1B68-C308-09AD2BB8770A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1D5334-2ED6-5C6D-3645-59EB816D2338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00FB72-4AF5-DC51-91D5-47690E4D457A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53B3D82-B590-4896-ED68-D6C74EB28CD8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0CF9828-A971-24DF-99F5-07FF23B5FFC7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197E696-4493-3F19-C2A6-2E1ABE5A0687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EC2BD0A-8857-C811-AC08-9074B7895F24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00E2824-3321-80C6-1C6A-6239166823A1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35B42A48-7AF9-5726-8883-22BBCC172F97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47C299D5-4755-6438-045A-8AEB05F250DB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16FD8B21-739B-79ED-C0D2-6670FE750356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27625A30-8357-EE5E-5622-05377F2A279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08AA09F4-B40E-5AD4-880B-A0366828EE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20C5024-E807-A3DA-9B9F-FEAB18D87D1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C27F9C83-9A2C-8308-ADAD-0DF5AC0E03B8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7BC7D9A4-43E9-C2AC-64F5-D9C6071D12E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AACCCED1-3391-26DC-30F1-FD00874F350A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D8DB30F6-4A5D-493F-4D08-7A118C79C5B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2CE68C31-D2F1-C41E-E79F-9A5304D9B1A4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1BDFACBB-3E6E-B636-2E78-939F4457B5F8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C835BB00-3254-EF04-E488-1706ADD22BE2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E43D69EE-77DE-3A6D-1D1F-817552B2EECF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2D481992-545E-FCF5-1420-B8181D5FA29E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A406C488-5016-B90E-C0B7-86E4F6BFA781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DBBB94E8-B777-8957-EA82-61EFD09EDDA0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EF5A3C56-9EB3-615E-27A3-70CADD4E93F2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EF437411-9B9A-08BB-3FEB-9BF64EACC77E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ED8241C0-5F48-9016-809E-DCF1FA18F7E6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E664FDEC-E5DA-F72A-7733-84E93B3827CD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5C1CC5FE-7BFB-22C0-F58B-F3E8908BE43E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1FF6C832-649C-AFA6-CCBE-074E361E95E8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7F777AFA-8A90-9754-7AEF-C7C578C82BBB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A9A1444F-06E0-6DD5-5152-260129EC206D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4BDF8938-2BE9-96E4-8C83-F299741651B6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06102536-2DF4-38EA-B422-6A12C65C697C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6969C6ED-C629-E781-B15E-78439DA86FA7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E9D24986-4D38-57CA-830E-2E7B7553EFEF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A059A153-0C80-A145-3A33-ABC88774212E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56855863-0266-FC93-2D99-501627C7C9F3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BE6B01C5-8E8E-AF68-0C46-D3ECD5350ADD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634E3CF3-9C6E-3023-1812-036667AA83A1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F010357B-EA7C-7999-2947-272787924B97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3E5F8231-E7D6-51BF-ECD9-766F64744960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B968C11E-D53A-ABE7-9D02-A2CCA435CF38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A5C5EFED-432F-7F25-53E5-721DA6475748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C01EB9F-1B3A-1036-CDC5-7F4DE3A71A32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4A65CDC7-94B3-1E8D-B18A-FAF2302337C4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A1F9B91-75CF-F591-2EFC-BE1B2EF53536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9D57CB46-C976-D6CD-303B-72250E3BA8DD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DE6C57D0-6D61-6B47-5063-475CDFAC6EDF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C40C44CB-679C-A29E-71C9-9789FBF44518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B6FD304F-AEF8-48B3-036A-BA15FE131A7B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7BB32D87-083B-7FA4-AA51-278F41E81558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7FA51830-F369-EAAF-9E08-7EB25B31783F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363C4170-B62D-B096-F2C6-5B6EBC2E5A9B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042A780-90F2-84B0-BF03-4CEC41CF6B00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FABEF56B-C5E6-6ACF-C419-EEC454A58CD9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9C2B83FC-FC9D-19FD-D852-76B3FE546062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5D539642-AF1F-CFA4-5986-F10D7BB0E7B4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BB02A805-8419-9E3B-2E3F-E6EED2534F2E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11C3BDCB-C70F-922F-5F93-3B47A64CF79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C3EDF212-21D4-F63D-EC16-EA417A9BCBC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793E0E0C-A395-F489-8A29-68E60AFE6A5E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4975B4F0-D2EA-C9F1-93FB-7EB9525C0F89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F27B2BE7-7C37-A33D-76DA-9B3159E12964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6BE1AE9C-D80C-FCA6-4137-992226083C56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2A2539DE-1F10-FE89-E147-CABCBC5F050E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E725E71B-B966-8475-7185-134F1DB3820A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19B61808-C2EA-5398-CE39-78A3730DA766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026B9A30-E713-1CB5-39E4-E73992863751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452C31BB-37BF-9B87-A7DF-6CFF2A756895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9F04EE4A-86A7-60D9-B108-81A21E04B04B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90D8A4A8-2D87-EB2A-CC0A-4F35F711F5FD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62F6D881-205B-934E-4508-EEB841E9BC67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2361869A-B165-82E7-60BB-8C4D6EE6B238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7B983A-9E09-8506-D40E-7A21FCEF3B51}"/>
                  </a:ext>
                </a:extLst>
              </p:cNvPr>
              <p:cNvSpPr txBox="1"/>
              <p:nvPr/>
            </p:nvSpPr>
            <p:spPr>
              <a:xfrm>
                <a:off x="11118246" y="5074304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7B983A-9E09-8506-D40E-7A21FCEF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246" y="5074304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CC05EF1-4F0E-4CF3-3EEE-EF4DEB003799}"/>
                  </a:ext>
                </a:extLst>
              </p:cNvPr>
              <p:cNvSpPr txBox="1"/>
              <p:nvPr/>
            </p:nvSpPr>
            <p:spPr>
              <a:xfrm>
                <a:off x="10324199" y="5076640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CC05EF1-4F0E-4CF3-3EEE-EF4DEB003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4199" y="5076640"/>
                <a:ext cx="9199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CA4BB7-CAFE-96E4-F8BE-55A60AA0EE9A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CA4BB7-CAFE-96E4-F8BE-55A60AA0E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9FA6C02-3311-9C5B-675D-2E9816E57057}"/>
                  </a:ext>
                </a:extLst>
              </p:cNvPr>
              <p:cNvSpPr txBox="1"/>
              <p:nvPr/>
            </p:nvSpPr>
            <p:spPr>
              <a:xfrm>
                <a:off x="10043508" y="507664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9FA6C02-3311-9C5B-675D-2E9816E57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508" y="5076640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5631D2C-AD1A-A556-F249-713047430FCE}"/>
                  </a:ext>
                </a:extLst>
              </p:cNvPr>
              <p:cNvSpPr txBox="1"/>
              <p:nvPr/>
            </p:nvSpPr>
            <p:spPr>
              <a:xfrm>
                <a:off x="9356652" y="507000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5631D2C-AD1A-A556-F249-713047430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652" y="5070000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2FEB9DA-74A7-45EB-765C-B6A47E506D96}"/>
                  </a:ext>
                </a:extLst>
              </p:cNvPr>
              <p:cNvSpPr txBox="1"/>
              <p:nvPr/>
            </p:nvSpPr>
            <p:spPr>
              <a:xfrm>
                <a:off x="8566024" y="507000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2FEB9DA-74A7-45EB-765C-B6A47E506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024" y="5070000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BBA63E1-98AE-0060-7626-D01AF12AC4C8}"/>
                  </a:ext>
                </a:extLst>
              </p:cNvPr>
              <p:cNvSpPr txBox="1"/>
              <p:nvPr/>
            </p:nvSpPr>
            <p:spPr>
              <a:xfrm>
                <a:off x="7869953" y="5067664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BBA63E1-98AE-0060-7626-D01AF12AC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953" y="5067664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1C51807-F61E-7A90-4517-6143F129F4AA}"/>
                  </a:ext>
                </a:extLst>
              </p:cNvPr>
              <p:cNvSpPr txBox="1"/>
              <p:nvPr/>
            </p:nvSpPr>
            <p:spPr>
              <a:xfrm>
                <a:off x="7211260" y="507644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1C51807-F61E-7A90-4517-6143F129F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60" y="5076447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D334CEA-8285-8968-4116-24AF78F0078D}"/>
                  </a:ext>
                </a:extLst>
              </p:cNvPr>
              <p:cNvSpPr txBox="1"/>
              <p:nvPr/>
            </p:nvSpPr>
            <p:spPr>
              <a:xfrm>
                <a:off x="5945627" y="294474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D334CEA-8285-8968-4116-24AF78F0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27" y="2944749"/>
                <a:ext cx="91993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6D0BB5B-AC44-A9E4-CAAF-7426006FB809}"/>
                  </a:ext>
                </a:extLst>
              </p:cNvPr>
              <p:cNvSpPr txBox="1"/>
              <p:nvPr/>
            </p:nvSpPr>
            <p:spPr>
              <a:xfrm>
                <a:off x="6418474" y="505009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6D0BB5B-AC44-A9E4-CAAF-7426006FB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474" y="505009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7766AC4-9B32-14D0-3CBA-A07CE031FF45}"/>
                  </a:ext>
                </a:extLst>
              </p:cNvPr>
              <p:cNvSpPr txBox="1"/>
              <p:nvPr/>
            </p:nvSpPr>
            <p:spPr>
              <a:xfrm>
                <a:off x="5062255" y="1173285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7766AC4-9B32-14D0-3CBA-A07CE031F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255" y="1173285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AE308B1-B706-EF8C-4A1D-63927F3A40A9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AE308B1-B706-EF8C-4A1D-63927F3A4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27C23D3-1CA2-4D64-8B42-E8509CD40996}"/>
                  </a:ext>
                </a:extLst>
              </p:cNvPr>
              <p:cNvSpPr txBox="1"/>
              <p:nvPr/>
            </p:nvSpPr>
            <p:spPr>
              <a:xfrm>
                <a:off x="4988365" y="500744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27C23D3-1CA2-4D64-8B42-E8509CD4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365" y="5007442"/>
                <a:ext cx="91993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1632767-DECC-AE6D-1B48-28D57492BFBF}"/>
                  </a:ext>
                </a:extLst>
              </p:cNvPr>
              <p:cNvSpPr txBox="1"/>
              <p:nvPr/>
            </p:nvSpPr>
            <p:spPr>
              <a:xfrm>
                <a:off x="3772223" y="176140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1632767-DECC-AE6D-1B48-28D57492B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223" y="1761408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70C1FD3-2142-9363-36E8-BE7C121A31B5}"/>
                  </a:ext>
                </a:extLst>
              </p:cNvPr>
              <p:cNvSpPr txBox="1"/>
              <p:nvPr/>
            </p:nvSpPr>
            <p:spPr>
              <a:xfrm>
                <a:off x="5974326" y="202819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70C1FD3-2142-9363-36E8-BE7C121A3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326" y="2028193"/>
                <a:ext cx="91993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869B5A5-26D6-0121-BE93-7F81C1070502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869B5A5-26D6-0121-BE93-7F81C1070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645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D2CC-647C-DDB7-97E2-56374440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05C0E-C32E-5476-8304-36CCD1FC2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16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68FC48-981D-E16F-EBD7-2D48C6A8FB99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DADD5AB-AC58-56CE-75F8-4876ADEF113B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FB51EE3-ABAA-2C71-5083-EC7CE91428D0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1AF214-1BD3-BA5E-990A-7F8866E4980E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6CA3A5-B84F-FE88-4966-2A2BA4CEA15E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BEA88A-92AF-D27E-E3E1-68EB1EBEE7C5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E85B2E-49A4-9450-3F42-1C62A4D0D6FC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263A1F-B626-9732-B178-C8D46490BA7B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57BF53-0B55-880E-CDAD-90C4A729ADC7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FE8436-121F-3256-1CA5-ACF5F28977BC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C848AC-8A5D-C827-8070-94DFC72278E8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BACC1D-D5BD-65FC-A9B7-106C62185565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272695C-AACF-E3EF-4E81-E4A3DB1B153C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29A6B01-9370-C8AE-14EA-8F75C511EC4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B30CCDF-9D11-8DD6-5011-18ECF3C096BA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78C3E3F-4A8F-4738-A20B-84F790098C83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2265A73-4176-FE4B-CDE6-921E807BA803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7EDDB3D-992C-2139-E9E5-0F2E823B1077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3275D56-004F-CEAE-D31F-D91243EE945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8155494-2C02-2655-DDD0-4DD6914E652F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B840C4B-6A89-1DCE-56AC-7B22E2C98BFF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A669AA-DDB2-185B-C65F-4729E4434608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2BDE72F-C7D9-3303-F24F-829CBC3D31C0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630E37E-503F-BB02-EE99-A54CEAD4AE15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30A1304-D70E-8839-2FEB-5D00EA699BCD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A9D191B-4168-B280-7FBD-8ED3EEEA2E05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1126F4B-F08C-6144-CF91-DA29E3E19B04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543C3A7-6CB3-C255-92DF-1AD5BB804CA2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4646F06-FB45-4D96-EDAB-6E4DB55739F4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6F81A3E-6A64-016B-E2B6-0C17D5ADFF25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04DC8FE-4EBB-C7EB-8BA8-71CAD28FE929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DBF126D6-4CA1-698E-B629-213D3284E29F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EEBBB2B-A3A3-EF61-E62B-4BDD02DAF2C5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550BEBE9-8FA1-A0C1-F628-76F1679D4EE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59E4A78E-43D2-79CB-6B74-6056BEF0E3E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9DAF8EE8-5AD0-815F-58AC-BE14523C3E8E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9C13693-CB7F-70E4-720C-5872C610595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13613075-D14E-CA4F-6F1E-F65F92420A2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6F46A634-2E26-E59D-BE17-4C4C4E5406E2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CD259E03-FFBF-9157-8643-87559A3E1D8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2BDE414A-7F81-4DF2-4030-7381D17466A3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F7921463-39FD-F877-B7ED-7BBCCFB919F3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4CE49325-20CF-ED80-3F49-BEC2114851A5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A31BBD4F-A9AC-D1F9-9A3E-234DC1C19DBC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AD0201F1-95A4-F814-CF94-9722F7A5E84A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641A1D4E-7C7D-7275-087F-534673E3EED4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E8A8F0C4-4C31-D0CA-4BA1-ABBC0FF66D4C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12CB9D2E-4548-2F3F-46CA-640C8A929F52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FD149038-87D9-1B37-8BDC-ADFAD9FC33B9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186AB87C-B200-CF32-4060-032028B0C382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52A0997D-7400-AAC0-CD58-5B700420A01E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9CA55467-FB1E-EC97-A2DF-6FC4CEFBFE50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8ABE7178-2097-84BE-875C-1DF444647BAC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B8B489DA-5342-8143-C605-5C4C5A5F45DC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50787232-7DA9-6B8A-6DDA-AA26CA6E9F65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98A23509-9428-E437-A387-45494C35E7AE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4A28AB4B-EC3C-027E-B363-2C685D7C729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857B5797-197C-CE62-A2DF-F82DE137AF61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C1A383C8-2AC6-6AB5-FDD6-57CF574F4308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3D729166-A584-DCFD-D7B3-B8CE448DA9C9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A2657F99-8EE7-9535-9474-E59A4A438E4F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67B551C1-60BE-C196-940F-788F3B49DF4C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0A4E524E-8798-40A1-F6F7-C44A9C1BEEA0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CB96DA66-6493-C11E-7269-5CB5EAE8B4C4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A05C93E8-E689-830C-D935-2A1D746069BA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2695B83C-83C4-4149-6EA6-20CE557B926F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6AC026EC-7D43-1E60-D673-AD110FFE0CF1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FD355BC5-CD4D-4BE2-5A85-58CEF82C3708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975D019B-8B27-79D2-764B-ADC62FAB6E6B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0BB6FAB-7285-0348-EF77-8A32E4187A95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CA86706D-35DA-70B7-5B8A-A695C006B559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864399C4-40A2-F03D-48C8-13F4ABA4E1C7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9DAE9C59-CD4B-7D87-9BCE-4FC9735F9CF5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A64E0446-48E3-3F12-6800-75DEDD78C851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2427FF1B-80B7-EE78-C7CD-4C47A510A959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1402A75-1270-499C-3EFA-FA27052EAD16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CFAB863F-09F2-D6BC-3DFE-E0DBE21C847E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D7564491-218D-E2DD-21D8-2B6E5B1079F9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1E097857-6EAE-64BA-E422-858ABE65394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C91E9843-F585-031F-3A66-2CAC10841296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4323CBE-ACBB-4696-E97D-4AAB6C762235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B9AE20EC-6582-3C45-2F66-FDD99E73DA12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D032E926-7492-7214-3C5A-C274F3D0ABA3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466D66C7-9EE4-4088-816C-8F3F3114AB53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CCF6E699-05EA-4337-8520-A58C8CCAEA19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9475BB2D-9371-1A66-072D-3AF502A41F19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1E2156B3-A540-397F-8465-319AFB70319F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08E6A92A-7101-556D-4F0C-3F0BD37341EE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AB6084FB-E9C2-75BA-285E-ACC5E87B209C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24987503-DD96-88B2-EF05-4C594200D698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DF483586-2C3D-FC03-27A9-F0952E10A76F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F0169909-0714-164E-DE71-6967D5F6EC89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435E022C-29D1-CDF1-6B30-FD1EC667E79F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3DDAB8FE-8199-ED10-01B3-A152247E35AA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208CB46A-F00B-777F-8E1E-B582DBFA372F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7D3D535B-85C9-B25F-FD92-4FBF82247653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6BE7CF00-9F50-FF6A-794E-F1A2F670965B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768196D-7CB0-7030-16C3-E39982A00373}"/>
                  </a:ext>
                </a:extLst>
              </p:cNvPr>
              <p:cNvSpPr txBox="1"/>
              <p:nvPr/>
            </p:nvSpPr>
            <p:spPr>
              <a:xfrm>
                <a:off x="11118247" y="507355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768196D-7CB0-7030-16C3-E39982A00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247" y="5073559"/>
                <a:ext cx="9199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3B37C1-E5B8-14E0-82CE-53F02A847D0C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3B37C1-E5B8-14E0-82CE-53F02A84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F89226E-0AB3-09DC-C805-B65FFEFC9261}"/>
                  </a:ext>
                </a:extLst>
              </p:cNvPr>
              <p:cNvSpPr txBox="1"/>
              <p:nvPr/>
            </p:nvSpPr>
            <p:spPr>
              <a:xfrm>
                <a:off x="10679830" y="512747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F89226E-0AB3-09DC-C805-B65FFEFC9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830" y="512747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5D98E28-46A5-3D93-0A91-123288E70124}"/>
                  </a:ext>
                </a:extLst>
              </p:cNvPr>
              <p:cNvSpPr txBox="1"/>
              <p:nvPr/>
            </p:nvSpPr>
            <p:spPr>
              <a:xfrm>
                <a:off x="9992974" y="512083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5D98E28-46A5-3D93-0A91-123288E70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974" y="512083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2954A6A-D3FA-EDDD-562E-B4117CC5928D}"/>
                  </a:ext>
                </a:extLst>
              </p:cNvPr>
              <p:cNvSpPr txBox="1"/>
              <p:nvPr/>
            </p:nvSpPr>
            <p:spPr>
              <a:xfrm>
                <a:off x="9202346" y="512083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2954A6A-D3FA-EDDD-562E-B4117CC59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346" y="5120838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93FFE0-21E8-2EAF-E86E-EC51C17B2313}"/>
                  </a:ext>
                </a:extLst>
              </p:cNvPr>
              <p:cNvSpPr txBox="1"/>
              <p:nvPr/>
            </p:nvSpPr>
            <p:spPr>
              <a:xfrm>
                <a:off x="8506275" y="511850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93FFE0-21E8-2EAF-E86E-EC51C17B2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275" y="5118502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02FD1A-00E7-94B1-F911-6CE4864560DD}"/>
                  </a:ext>
                </a:extLst>
              </p:cNvPr>
              <p:cNvSpPr txBox="1"/>
              <p:nvPr/>
            </p:nvSpPr>
            <p:spPr>
              <a:xfrm>
                <a:off x="7847582" y="512728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02FD1A-00E7-94B1-F911-6CE486456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582" y="5127285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C0799B3-8610-8231-2999-0435AFCBD79C}"/>
                  </a:ext>
                </a:extLst>
              </p:cNvPr>
              <p:cNvSpPr txBox="1"/>
              <p:nvPr/>
            </p:nvSpPr>
            <p:spPr>
              <a:xfrm>
                <a:off x="7054796" y="510093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C0799B3-8610-8231-2999-0435AFCBD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96" y="5100930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1B0F18B-D5C1-E4A8-B073-553D661698DE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1B0F18B-D5C1-E4A8-B073-553D66169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E1D39BC-7DBB-F0E4-C49A-ECC85A578B22}"/>
                  </a:ext>
                </a:extLst>
              </p:cNvPr>
              <p:cNvSpPr txBox="1"/>
              <p:nvPr/>
            </p:nvSpPr>
            <p:spPr>
              <a:xfrm>
                <a:off x="5998237" y="5089094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E1D39BC-7DBB-F0E4-C49A-ECC85A578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237" y="5089094"/>
                <a:ext cx="91993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0BD923-23BC-CCAB-343C-75D65C79D6D3}"/>
                  </a:ext>
                </a:extLst>
              </p:cNvPr>
              <p:cNvSpPr txBox="1"/>
              <p:nvPr/>
            </p:nvSpPr>
            <p:spPr>
              <a:xfrm>
                <a:off x="4725738" y="915937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0BD923-23BC-CCAB-343C-75D65C79D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738" y="915937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8396DDF-D31F-23CB-C51A-22551DD019A4}"/>
                  </a:ext>
                </a:extLst>
              </p:cNvPr>
              <p:cNvSpPr txBox="1"/>
              <p:nvPr/>
            </p:nvSpPr>
            <p:spPr>
              <a:xfrm>
                <a:off x="3418975" y="143149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8396DDF-D31F-23CB-C51A-22551DD01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975" y="1431493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5DBB88E-9A81-52B1-6E44-CDBACAACA892}"/>
                  </a:ext>
                </a:extLst>
              </p:cNvPr>
              <p:cNvSpPr txBox="1"/>
              <p:nvPr/>
            </p:nvSpPr>
            <p:spPr>
              <a:xfrm>
                <a:off x="5127249" y="2062300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5DBB88E-9A81-52B1-6E44-CDBACAAC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249" y="2062300"/>
                <a:ext cx="181992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F4A5A22-4A30-A17C-76C3-BC5AC5532135}"/>
                  </a:ext>
                </a:extLst>
              </p:cNvPr>
              <p:cNvSpPr txBox="1"/>
              <p:nvPr/>
            </p:nvSpPr>
            <p:spPr>
              <a:xfrm>
                <a:off x="5945627" y="294474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F4A5A22-4A30-A17C-76C3-BC5AC5532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27" y="2944749"/>
                <a:ext cx="91993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908A04F-3B3C-3035-00AD-95A6CF69CF93}"/>
                  </a:ext>
                </a:extLst>
              </p:cNvPr>
              <p:cNvSpPr txBox="1"/>
              <p:nvPr/>
            </p:nvSpPr>
            <p:spPr>
              <a:xfrm>
                <a:off x="4999924" y="507016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908A04F-3B3C-3035-00AD-95A6CF69C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24" y="5070168"/>
                <a:ext cx="919931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A6E809E-8125-BE0A-C86E-EAC7EBDE8A9E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A6E809E-8125-BE0A-C86E-EAC7EBDE8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431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FAD0-BB7F-F674-A9CD-32BE4AF4A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362D-6CEB-F50D-77F5-D5314C95A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17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1BDEBC-51F7-D69E-363D-697017B46AC7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68CFF28-E02E-05DC-1529-3338842125A7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48D7005-BB67-2C37-3B9F-AC03D22F6F01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165AA9-4709-72C1-D04E-88C0CD740F8C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75BD83-A06A-1769-B0B6-FAB244FA9155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DD7E0E-D387-FA69-BFCC-76A8E23298D1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A1C50C-35DA-8AD5-40B7-04919F067470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3F52A7-B279-D361-FBF4-4954CACEE8B0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271052-5073-2333-0651-A14C3BC228BD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7CBA65-FF23-8175-C6D6-BA5165CD0D74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10BE8D-49DD-D62B-C532-D5213C671AB9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337AA8-36E2-E9DA-DD55-C1FE78A35E43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F8703ED-7882-48F0-7C8C-F5936C64570B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5A82F4B-5F37-52DC-910F-65F27E22F94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A13962B-8355-DBA1-E4E1-FF7FEE68F0E0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61BBCF5-2A72-2128-A3E6-1A73840D867A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D73462C-FA3A-C578-3280-5B196DAF6A5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F7D275F-CD0B-76FA-F135-0A3BFC7756F8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3E87396-8501-8EDD-7101-FEEF287CD2C6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BDE1809-4A21-35FF-767D-5DB001F8F1F3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3A4E325E-0A23-10C0-FB25-6FECCD235A75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2A03B6-3FEA-280F-E408-D74EA2489908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B7C55E0-6AAF-64B9-08A0-F1BE3F7E8CB7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EF2573E-ABA5-7CBF-FBB4-AEDBE4B8209B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2AF7C18-0BC1-DD29-00A9-69648174C6B8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99DEE4F-2FF6-959A-0417-A7CAC6D4CD34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1BD5573-9485-074E-79A0-DDFB5933B27E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E4AA063-0DC5-75DD-01AB-0A0ACE169DCE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6C8FF31-F4C4-58E2-F016-FDC713F807F4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8606C5-359C-C3AE-09F3-99B233130DDD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FF97FA8D-A92D-B441-A913-8FA54E191EDD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44263C25-1BF1-5A14-EBFB-6BCB062A66E3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69B6CE5D-7237-F301-3365-8A5CFF51802D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7138B1E4-58E2-50FE-1532-5FC8691FC38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7BDF7B0-E4F7-61BA-913A-D6A9FFE70CE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EB3971D3-209A-5FA2-86BC-7E94356B9DE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6E2DBE8D-2471-95C5-DC28-F78E7FC7DAD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1277E609-1282-F50C-5BF0-B5B60D77F3A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817BD16-A97E-C79D-05C6-D0FAB41A1098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9C49FAEE-51A4-FA94-DD34-E447E608F8E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CD86D18F-9CD5-F55F-3BBA-501576F3C8F8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D16862F1-0BEA-60C9-1A97-BB434A9FE3F9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8183FADE-8C57-CB30-48A6-AC50CF9076F2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02078605-90BE-6810-120D-C4E881158468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3B5CD22D-2859-B44B-8DB0-7A01A5AAD5E3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738B3043-B8C5-72B8-D077-B424712E8DE2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7D11C496-42B3-F8E0-64A0-8A34B8F1D87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C4F9EC26-6544-0B8A-0DF0-39912734F09F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65C7EA4C-B58E-3BEF-C16B-CC78F9ECDA4F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CA997C0A-E932-BAFF-46CF-07103991892C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6D884C82-9FA8-109E-9BB7-B3BD812271FE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5D1735D4-DFF6-2769-8928-B6A3DC9A958C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3EBB7336-ADF4-BA5C-C0D0-64931B77A317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AB3A9F2E-E8AC-ADFB-089D-0E1C4F2265AA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1979B8CF-BF2E-D051-4494-69EA369078A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C926EE63-8723-82B8-77CE-D5CD8E3649AD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90468C31-BA17-842F-BAE1-6D53DA5F8712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86A8D04D-B54D-7157-234D-B898AFDC91C5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24B5FE03-5E85-1397-E476-E165061809AF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1B31DD43-97A1-B5B3-2B81-1687A4CF3843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CD58B6E3-475E-E202-D1E1-AFAD8BD5BD42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F8CA3204-A1BE-061E-D7ED-CC6917E855C9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51183278-86C7-28FB-29B3-82A32AEC2B15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68D1FD9B-CA9B-9D18-1E17-9FEE08CDFD1A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A51D9EFC-64A6-CE4C-859B-3437F430F891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0C2DF735-0223-A150-A3B9-6E17D2303A3F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D6A6A2A2-F5D9-8A97-3A9B-073BB946C7C4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5878A17-F0F2-E203-453E-5D8F8E0403A4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944FF17B-06B6-82A8-CC8C-C9213E529077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E55AA84-28C5-744B-5508-D374439732DE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8FB76DD0-CA24-C806-9783-58539D4FB72D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78242A77-672C-D73D-17F0-1023CBBF015A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A0FC2C84-55BC-94B9-653B-3BFE91ECCEE4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7347E591-91D8-08E6-1AFD-E370920E8D97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3DB971A7-40AE-6F73-2330-E122566A737C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A7D16D13-E8A6-CCD0-A1D6-740E1B1F6593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0C840EA0-CC3D-8402-C54C-956EF78DD637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9379CF09-0602-9902-217E-F3C0C851DCCD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63819A8E-0AFC-D905-7F7C-2BA025161115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3301EEDF-CC8A-0411-2C94-C6D6F6FBDCF8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BA2B4FD1-87D2-933C-D5A6-71E3A0209D46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AB875E0B-681B-9BB2-F5CE-5BA1FC78C8E1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8D72872B-102A-8FA6-F67E-7BC9A758558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46BE470D-7D97-BA47-C5AD-899D7718D4CB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BBABA36E-539F-2136-C1CA-6AE79BBF250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19F6F8AF-C0E3-FB71-95C4-BF6AE08931A2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C95B1FBE-96C2-4439-E204-6912B4709FF5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13BB96FB-945D-D0ED-7E6C-4F65949A55B4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E297368B-2BE0-FBF3-B9B0-61107788BFF8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12A4F35B-41B7-02CB-0366-79FDC2451878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0E329736-DF2C-2382-8E96-C092EC21820E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C3FA28BE-9ACC-0EA4-E83B-D820CE424C0F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DE026511-310E-B0FF-3316-DDC871579E4C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9B8E846E-47BF-940D-972D-6FAE29503D81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36EB5049-6E0E-CF4D-D749-EBB62E711B23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A9DF3A31-64D0-7468-91EC-B00A0CD73368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797DA954-B112-CB95-7660-A43CF308447A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FC0F12-4A44-8708-6C83-9A2C2C629B64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FC0F12-4A44-8708-6C83-9A2C2C629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7A8C0D-AA2D-8F8F-D583-C436F81CE046}"/>
                  </a:ext>
                </a:extLst>
              </p:cNvPr>
              <p:cNvSpPr txBox="1"/>
              <p:nvPr/>
            </p:nvSpPr>
            <p:spPr>
              <a:xfrm>
                <a:off x="10902786" y="510415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7A8C0D-AA2D-8F8F-D583-C436F81CE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2786" y="5104158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99FFEB-5F93-13D5-F703-60169993BF2A}"/>
                  </a:ext>
                </a:extLst>
              </p:cNvPr>
              <p:cNvSpPr txBox="1"/>
              <p:nvPr/>
            </p:nvSpPr>
            <p:spPr>
              <a:xfrm>
                <a:off x="10112158" y="510415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99FFEB-5F93-13D5-F703-60169993B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158" y="510415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AB2E56E-1E05-6DA0-31CC-CA14730134FD}"/>
                  </a:ext>
                </a:extLst>
              </p:cNvPr>
              <p:cNvSpPr txBox="1"/>
              <p:nvPr/>
            </p:nvSpPr>
            <p:spPr>
              <a:xfrm>
                <a:off x="9416087" y="510182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AB2E56E-1E05-6DA0-31CC-CA1473013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087" y="5101822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9B78284-D61F-6EAC-55B6-7412805B357D}"/>
                  </a:ext>
                </a:extLst>
              </p:cNvPr>
              <p:cNvSpPr txBox="1"/>
              <p:nvPr/>
            </p:nvSpPr>
            <p:spPr>
              <a:xfrm>
                <a:off x="8658981" y="509737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9B78284-D61F-6EAC-55B6-7412805B3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981" y="509737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C09F7E1-18D0-52A7-9DDE-4F00D5E00F80}"/>
                  </a:ext>
                </a:extLst>
              </p:cNvPr>
              <p:cNvSpPr txBox="1"/>
              <p:nvPr/>
            </p:nvSpPr>
            <p:spPr>
              <a:xfrm>
                <a:off x="7964608" y="508425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C09F7E1-18D0-52A7-9DDE-4F00D5E0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608" y="5084250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9FF9D7B-8501-C609-C576-7C74C68F4C6B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9FF9D7B-8501-C609-C576-7C74C68F4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EEDD11-F6E9-CEEA-193B-EB33F096F5ED}"/>
                  </a:ext>
                </a:extLst>
              </p:cNvPr>
              <p:cNvSpPr txBox="1"/>
              <p:nvPr/>
            </p:nvSpPr>
            <p:spPr>
              <a:xfrm>
                <a:off x="6908049" y="5072414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EEDD11-F6E9-CEEA-193B-EB33F096F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49" y="5072414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B717E4B-BC4B-6E5C-EA71-0C99FEEF3EE7}"/>
                  </a:ext>
                </a:extLst>
              </p:cNvPr>
              <p:cNvSpPr txBox="1"/>
              <p:nvPr/>
            </p:nvSpPr>
            <p:spPr>
              <a:xfrm>
                <a:off x="11589642" y="511079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B717E4B-BC4B-6E5C-EA71-0C99FEEF3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642" y="511079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41772F-7222-8235-C626-F5C23D66A6F7}"/>
                  </a:ext>
                </a:extLst>
              </p:cNvPr>
              <p:cNvSpPr txBox="1"/>
              <p:nvPr/>
            </p:nvSpPr>
            <p:spPr>
              <a:xfrm>
                <a:off x="4643165" y="111770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41772F-7222-8235-C626-F5C23D66A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65" y="1117702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418260-CC1C-AC00-7B82-B6841267F669}"/>
                  </a:ext>
                </a:extLst>
              </p:cNvPr>
              <p:cNvSpPr txBox="1"/>
              <p:nvPr/>
            </p:nvSpPr>
            <p:spPr>
              <a:xfrm>
                <a:off x="5370148" y="2913141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418260-CC1C-AC00-7B82-B6841267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148" y="2913141"/>
                <a:ext cx="181992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0F6C36D-55A9-AE85-DECA-A6A69265A5BD}"/>
                  </a:ext>
                </a:extLst>
              </p:cNvPr>
              <p:cNvSpPr txBox="1"/>
              <p:nvPr/>
            </p:nvSpPr>
            <p:spPr>
              <a:xfrm>
                <a:off x="6113879" y="509203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0F6C36D-55A9-AE85-DECA-A6A69265A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879" y="5092032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C8AC964-0607-EDFF-E520-E42BE56FEF43}"/>
                  </a:ext>
                </a:extLst>
              </p:cNvPr>
              <p:cNvSpPr txBox="1"/>
              <p:nvPr/>
            </p:nvSpPr>
            <p:spPr>
              <a:xfrm>
                <a:off x="3492266" y="137209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C8AC964-0607-EDFF-E520-E42BE56FE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266" y="1372093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CFE9B6-8DD3-8AAE-58D9-8E6E8D40665A}"/>
                  </a:ext>
                </a:extLst>
              </p:cNvPr>
              <p:cNvSpPr txBox="1"/>
              <p:nvPr/>
            </p:nvSpPr>
            <p:spPr>
              <a:xfrm>
                <a:off x="5152077" y="2036740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CFE9B6-8DD3-8AAE-58D9-8E6E8D406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077" y="2036740"/>
                <a:ext cx="181992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B4D0093-C6F0-2874-EADF-252C62F5D816}"/>
                  </a:ext>
                </a:extLst>
              </p:cNvPr>
              <p:cNvSpPr txBox="1"/>
              <p:nvPr/>
            </p:nvSpPr>
            <p:spPr>
              <a:xfrm>
                <a:off x="5340360" y="5125994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B4D0093-C6F0-2874-EADF-252C62F5D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360" y="5125994"/>
                <a:ext cx="3337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276129E-A9E0-E0C1-AA3E-150D8579C817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276129E-A9E0-E0C1-AA3E-150D8579C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96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17A8-F029-4518-5CD6-5BEC4DE4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22A2B-859B-C946-5F0E-499414263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18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E800AB-F2F7-A934-AE70-198700A54859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7931D50-B551-BF17-1322-F5463ADDDEA2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A370B40-F3F5-3428-D96E-EB77E282B0F4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A2F555-8EA9-30E0-6B4C-0F401067B8DF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B74C9-B8B4-8B23-5A15-BE3660FDE3F7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F43CA0-28C9-EBE7-6E8E-CAA7980FF85A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D5347-1E39-B17E-ED9A-1405528DB1DB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AE1EEF-8A87-9547-4481-EB4DAF144363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4B093D-4E5A-3272-9802-7A0C9AB41AAD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1F790F-A7A3-2D5A-CCC3-9E581497D7D5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8925C4-1E09-56EE-5503-DAA9470ABB11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6006D5-0B9B-0514-4ADD-A925D07778B2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CDA51E0-0D6F-E9D6-0DDF-1FBD891CB5F9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1B17B74-46D3-B875-C0B4-D7DEC97EADDB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89E9037-DD00-F6A2-BAA6-390DEE222019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47DE68A-E827-BE42-C0E5-537E80AC4EC9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84D9AB8-984E-58D6-5751-ED6AAF2664A4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A0AA471-C3CA-7A01-7162-D5C7C019BB06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73F2D51-6667-8F34-50DF-5DC63A76504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E52CFA7-2BBE-CD38-EC57-A9ADF0EB6D19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65D7675C-0138-3885-637E-C7AD6102A320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46AA999-03DE-7926-A6AE-FAECE8AF12BC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793385-A160-C78F-901E-F3B1E5FAEA26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6A05809-CC4E-8E68-7F52-BEB4725FC47E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C2E89F2-81A8-8C1F-17BD-7BB30115F96A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5327F0C-8265-5597-5386-C3220C80D803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8DAA435-463E-9B66-5270-17D97C140B6F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E906CFD-F965-0810-5919-5B0A96B88574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7B68021-F191-BC07-B63B-8EBB611E124A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BA8EC1A-F452-5DCF-EF78-1DC22C617AA2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CC0C7046-6769-EBA9-4E5C-57287FF5511B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B0557E30-9CF1-4451-138D-D2093461E8A3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1CEA37A9-9AFC-DC2D-8ABF-52905841E2D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267CD5F7-7F93-1BFD-B73A-AFB68E33B10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BFE90873-75C2-16E0-52DC-E3E9C8D66417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4DF36AE-2E5A-70F5-04E2-48BA0DFCE58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1D4A9A7A-EED1-CC81-668A-A794C803A7C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CC6FB92-4FE1-A950-7E05-7F07CB5B78C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DD5ECD94-860E-2431-AE37-9B274C572FFE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CFE0011D-D4ED-56ED-7692-83828B9F86F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0D6F9CAD-C9DF-6893-4A5B-82E8F18CC276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C94E84D6-8009-95E2-2268-3BC97CF233FF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8161F0D5-AFF6-E159-7FBB-370AA42A5F64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8CB5DFA5-A0E4-C7D5-FDDE-43754476D84F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31B83BC7-38DF-CFE7-A537-8DF963F8DD6F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4D6649C9-8981-A94A-2410-AC6272F73490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455661D7-9D04-CF73-E0A9-22F3CE31C520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42FDEA93-55D3-706E-299A-8F72495911B0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B2767B0B-EA31-9345-9FC1-D01A13D5A990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6B548434-1A71-2466-E9F9-2192803AADEA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4A6AA18F-1421-4934-1823-3693319E493A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1E981F86-DC4E-D817-771E-DF2589806358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E564930F-1DAA-1C4F-611F-B11E6DBE1504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D7CC906B-8B3F-B593-A4E2-AD593F718ED5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417A0E1E-9BFA-7D56-42AB-0805A13A723B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2DC1D8E4-9AF6-7A83-04DD-A6CF874F88A2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C555B9FF-9C0E-431A-F53B-17F9A7C8B899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9E05EE3-5E3F-FC25-DE13-C002B495D8F1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ACF94F6C-E89C-D245-5D86-D4CCC1D75B66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65837AB8-FC63-1BC8-9C28-6E23E2840876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B3C65874-34B1-AD11-99F8-95F3A1AF477D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010930FA-CA3F-58CA-5029-5C93568B8C6B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ABF59331-1B57-A167-F00F-4CF9BA897763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D872D99A-3F2A-DB78-B694-4D313B83F97B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9D0BB97B-6748-119A-B891-EECD6EE9970F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DEEE336F-7BAF-BB1E-7021-9F6198ABC872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77188FCD-3C81-A3CE-666B-2432E6211232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BF52702D-952C-28A5-D715-BDA99D6AD945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BAEF1D5D-45B4-AF0F-8664-D93416A7021A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C6A85396-7EFB-83EA-8469-A99B1227A846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7E736104-3ACA-24D0-96F5-FC71D47F94F7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8B9B0B71-E487-A269-D9C2-D0DF00C6F8C0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0D4E5DF5-38E7-2277-629F-D1CD7AB151E1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42C7360F-E4CE-BE46-527B-712F304A94B2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9804D6EE-DC6E-FFE6-7217-C63D5D50BAE8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9AD9F40-38E6-1661-B7D6-BAE2D70309DB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5CD28FF7-7D05-4190-6966-088F2CED8B03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497A88BA-27DA-1F33-9F77-9D9E1F7F8DE1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E139B195-D69C-C9DF-F2AD-BE93D5775D9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340A3941-6BB5-0989-016F-C761C387CE2C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809EC1BE-C262-9696-5D7B-4D47749E4D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39B8A415-ACDE-69CD-3F76-25D9106F0B90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F0CF0949-DB57-DE19-5BD5-CA82104109F9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1041B486-21A2-7878-7913-2C7C34C979A1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2ADC100F-5896-22D1-738E-A6FA421B5E50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F0EA18CA-7762-257B-C8F0-6F003A51C4B0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0C629016-2132-BA5D-CA66-266341CB8218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A3B90F1C-1998-6D11-7CB1-802545480E79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6E977DC3-C640-3BB1-E089-E3B9E6866938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9EA517E4-1980-FBB9-38CC-FEFD7A309D4C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25237BD1-7ADC-8B31-5330-D1DB129DD78A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EBF7AD61-4F02-9D1D-5401-726C2A291B6C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B3F54552-0415-BC96-C89F-19076C36DC40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820FBFE1-9925-AE54-BA6D-DD7AB1AD06B0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67F2EDAD-7561-C482-811A-679215770CB2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B1C8E3BB-CADB-A817-70F9-841F3C414CE4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3C8F4F65-4B5C-371F-D3D7-34D671807A67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3DEF718-2291-D584-6B8F-0B76B7AB9183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3DEF718-2291-D584-6B8F-0B76B7AB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64CE85-ED3A-2BFB-E8E3-612BED53226E}"/>
                  </a:ext>
                </a:extLst>
              </p:cNvPr>
              <p:cNvSpPr txBox="1"/>
              <p:nvPr/>
            </p:nvSpPr>
            <p:spPr>
              <a:xfrm>
                <a:off x="11503148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64CE85-ED3A-2BFB-E8E3-612BED532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3148" y="5076803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84B472-EF48-7316-26C6-518B856ABE25}"/>
                  </a:ext>
                </a:extLst>
              </p:cNvPr>
              <p:cNvSpPr txBox="1"/>
              <p:nvPr/>
            </p:nvSpPr>
            <p:spPr>
              <a:xfrm>
                <a:off x="10712520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84B472-EF48-7316-26C6-518B856AB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520" y="5076803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78945AD-A98E-EFD4-BCA0-0B0E392CC8DE}"/>
                  </a:ext>
                </a:extLst>
              </p:cNvPr>
              <p:cNvSpPr txBox="1"/>
              <p:nvPr/>
            </p:nvSpPr>
            <p:spPr>
              <a:xfrm>
                <a:off x="10016449" y="507446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78945AD-A98E-EFD4-BCA0-0B0E392CC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449" y="5074467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01B79E2-9A21-E372-A544-B71C9F4BDDA2}"/>
                  </a:ext>
                </a:extLst>
              </p:cNvPr>
              <p:cNvSpPr txBox="1"/>
              <p:nvPr/>
            </p:nvSpPr>
            <p:spPr>
              <a:xfrm>
                <a:off x="9259343" y="507002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01B79E2-9A21-E372-A544-B71C9F4BD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343" y="5070023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2706EE3-7549-131C-3DCE-4E65BC4172BE}"/>
                  </a:ext>
                </a:extLst>
              </p:cNvPr>
              <p:cNvSpPr txBox="1"/>
              <p:nvPr/>
            </p:nvSpPr>
            <p:spPr>
              <a:xfrm>
                <a:off x="8564970" y="505689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2706EE3-7549-131C-3DCE-4E65BC417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970" y="5056895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BAA9D8D-ED95-65DF-C036-18FEADB91C66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BAA9D8D-ED95-65DF-C036-18FEADB91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BF6C6B9-D5D3-7131-C3B6-3330C9416CD7}"/>
                  </a:ext>
                </a:extLst>
              </p:cNvPr>
              <p:cNvSpPr txBox="1"/>
              <p:nvPr/>
            </p:nvSpPr>
            <p:spPr>
              <a:xfrm>
                <a:off x="7582903" y="505009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BF6C6B9-D5D3-7131-C3B6-3330C9416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03" y="5050092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62A2E4-F432-1E10-BF2D-1CBCB55D23E6}"/>
                  </a:ext>
                </a:extLst>
              </p:cNvPr>
              <p:cNvSpPr txBox="1"/>
              <p:nvPr/>
            </p:nvSpPr>
            <p:spPr>
              <a:xfrm>
                <a:off x="6808363" y="5065200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62A2E4-F432-1E10-BF2D-1CBCB55D2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363" y="5065200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27A461-D55A-0F63-4A6E-1AAA36A9CDF2}"/>
                  </a:ext>
                </a:extLst>
              </p:cNvPr>
              <p:cNvSpPr txBox="1"/>
              <p:nvPr/>
            </p:nvSpPr>
            <p:spPr>
              <a:xfrm>
                <a:off x="5271595" y="2966758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27A461-D55A-0F63-4A6E-1AAA36A9C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966758"/>
                <a:ext cx="181992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2F6C699-0E16-F7C3-9582-E7EA013D4260}"/>
                  </a:ext>
                </a:extLst>
              </p:cNvPr>
              <p:cNvSpPr txBox="1"/>
              <p:nvPr/>
            </p:nvSpPr>
            <p:spPr>
              <a:xfrm>
                <a:off x="6360144" y="5077566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2F6C699-0E16-F7C3-9582-E7EA013D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144" y="5077566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7D39B06-E90A-754A-AFD9-C5AF75F11BA6}"/>
                  </a:ext>
                </a:extLst>
              </p:cNvPr>
              <p:cNvSpPr txBox="1"/>
              <p:nvPr/>
            </p:nvSpPr>
            <p:spPr>
              <a:xfrm>
                <a:off x="4679058" y="111024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7D39B06-E90A-754A-AFD9-C5AF75F11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058" y="1110243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9E63AF2-FAFA-51F2-CC2E-AC5C02F4DEC0}"/>
                  </a:ext>
                </a:extLst>
              </p:cNvPr>
              <p:cNvSpPr txBox="1"/>
              <p:nvPr/>
            </p:nvSpPr>
            <p:spPr>
              <a:xfrm>
                <a:off x="5300665" y="507128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9E63AF2-FAFA-51F2-CC2E-AC5C02F4D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665" y="5071280"/>
                <a:ext cx="3337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26767C-234D-810D-5C97-32F949BD2F13}"/>
                  </a:ext>
                </a:extLst>
              </p:cNvPr>
              <p:cNvSpPr txBox="1"/>
              <p:nvPr/>
            </p:nvSpPr>
            <p:spPr>
              <a:xfrm>
                <a:off x="3833575" y="176140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26767C-234D-810D-5C97-32F949BD2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575" y="1761408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7D984BD-18D5-70BE-5114-EA4FF823DC36}"/>
                  </a:ext>
                </a:extLst>
              </p:cNvPr>
              <p:cNvSpPr txBox="1"/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7D984BD-18D5-70BE-5114-EA4FF823D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091D7C4-D8D1-496E-FECE-DDC28281A11B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091D7C4-D8D1-496E-FECE-DDC28281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19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11A3-5BF8-E9CB-C699-CF8D70FB3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397CC-5778-39F6-B17F-F1A56F82A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19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022F63-FC2A-3888-16B5-5C2563EA23E2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76D172B-9D47-F91B-4CE9-2C3A95080EA9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10C96-BDBF-ABE4-34DD-E95D5335BC55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E13B09-D67F-3A93-6903-FD14AFFC2922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624FD-4A0D-4ED5-D084-9F0C00D32995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9B9D1-73E9-F3AE-02D2-00D926C4A30C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9D9465-7773-E012-7CF5-BA34E41A2172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D65B8A-622B-7CF2-D0EB-4228CEBEB2BB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5A31CF-45C4-81D2-25A0-38ABA9A538C7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B1123A-ABDF-07DD-83A8-88567F93673A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EBE30D-41C3-9702-0D0A-FEF96F143F7C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FBB2A6-1B77-EFD6-1292-A9875B1ECFEB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866F69B-7635-1B1C-8963-17A1EA9364AC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47BCA84-3270-DB19-077E-DB430EEBDFCD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872E19A-54BA-6525-B539-883825AD6CAF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0E9DFFD-67C3-99C1-243B-A4D202C9B386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F0CBB9E-2A4F-F83F-689B-B9725E6D155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FF0CB9D-9534-4D76-3FF5-5D11AF02320B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F34D722-045C-88B0-1370-B64D09BE0DD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0FA7949-D466-2D35-71E2-30AEBD544D8D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5B49E92-5F78-F20F-3BB0-BACDFC768245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4E64DB5-1D38-E2DD-1E2C-DBC1BFE11581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4C93D49-C7F3-4E70-D068-7F78654B5D98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EDF0FED-D3B0-BB06-4D83-E671424AA30E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C145978-2B03-780A-2198-072FC92ADA31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87356EC-3C0B-7CFC-3314-C2D4B4AB711F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18BC59D-85F1-8B24-4160-4EA48D12E81E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D97DB98-4E36-64B3-09D3-662522FACAE2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A6FB329-23FC-69D3-2CD9-809BC6483AC5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FCFB6D8-D307-AEF5-863D-E70CDFE8D08C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3ABCBB98-5E75-935E-0F5F-95C3AD3FCCBC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45D3B34E-E7AB-A0AB-6CB9-10F4957E3E83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0ACF6AB-F822-F9D2-9FD9-5C54837D1408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F5AF4DBD-01ED-5023-2759-464D07A99B3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F7068522-DB84-137A-6602-6C13BF1014B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04419C82-DF5F-08AD-5C97-CA7A5D4D39F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D785F7DA-6EFE-4BED-CBE0-4BA05D7168E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6EC96D72-A442-19F8-1999-F00A68C744B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6AA1AD63-24D3-3B4C-4F32-A1A664B4B48F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335F48CC-B916-4719-0BDC-702B8E5A632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5D9A89E6-2822-CFFE-8F78-3E01A1BB0BB6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A42651A3-6FB4-FED8-1C1E-9B8E51ED4D28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E9B535D4-1D1B-5CB5-1A75-0B25810113F0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1D5D07D2-A93C-9B5E-D372-64447098DEEC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C2B37450-990B-BE1B-F763-95312D90A615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C71CF424-B6AB-D570-81CD-BA1AC5CF2395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CA06E3A8-7BA6-EB1E-9802-16B6E14D762E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8C927ADB-1EB9-2B0E-4477-E5A79D7C666D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CF99DC8B-BB0A-062E-54B7-DED65157CC2F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5737A905-F3D4-ED1F-9227-B35BA6B17EAB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993444CC-0A86-ADE4-18E9-08BBB66B3766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246048CB-9356-44B2-5D1F-5134719D96E9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D272975A-FA05-54AD-58D6-7F8D3C201762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BD6C107E-43F0-AB43-AE39-AA28A9E837D6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DDE84712-CC34-1E25-B42B-1A5CEAD6F54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5A62F7F4-32CF-A6BA-F0F5-FC57BE75116C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596BB366-8C60-1E2E-F0F7-2713614D7046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C4E126BD-2CE8-5A38-6CC0-9211C72188DC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0679EED1-60F2-0063-401B-680056D44AD4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E9235ACA-1EFE-D6A4-A38E-03CDCF2798BB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A733E279-CE22-A539-3EE1-6248406331F2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EB3A0A6C-2023-A5AF-9B33-1B5DB2EFB12B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CAA8021E-B5ED-5CB9-0D38-E8FF5755D6C4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6C4F8F4F-85AE-2677-9AA5-2F161B6AC07B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4C98433E-6D43-1F28-E3CF-35E79ADC5EA2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DF392524-9758-CA1C-4BD4-32248A2A7F54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D79BA43E-06FF-0904-E4B2-BB1E17E300B3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EA00E85-4AC4-14D8-D7AC-B1FCD2982185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DE3337A2-C57A-7AAD-09DC-F7EFBD8F3ECB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605DB187-1B3F-CA90-0DF1-2BFD15A5E827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B55CFA4D-3DF0-D8A9-D526-956E103CEA13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1E4278B3-7618-17CD-6A35-E118C9C83C4F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3C577004-6D36-37AA-3C9F-C2363728B574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0D68F4D1-7197-6840-5F6D-FC7AD220EE35}"/>
              </a:ext>
            </a:extLst>
          </p:cNvPr>
          <p:cNvSpPr txBox="1"/>
          <p:nvPr/>
        </p:nvSpPr>
        <p:spPr>
          <a:xfrm>
            <a:off x="4777231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41520EF3-78CF-4E2A-5DA0-D6A15D4E6DDD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6DD42190-E3E3-0434-8BA5-EE03172DF7AD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4121F1A9-09EA-4528-67AD-29175224C524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78734CE-678B-FC9F-EED9-17F6539634A3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DD51F872-2287-3514-7465-8C76203A64B8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3C99154A-9EA2-C7F0-9439-D192DC758FB3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8A279F1F-BBF1-61FD-2139-8F2A1D9D10DC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D0AB6B81-EC46-B4B1-4031-EF6D706A305A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D40C94AD-62C5-E24D-54AC-99E355A284D1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80347716-0ED1-6B09-CFBE-ED8448115F14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14B6A8D1-8A87-A5F4-04A8-4D1BC068E89C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6EAD6AAD-66D1-4E2C-2D4D-4C0088061E15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02C446F2-0AE4-3978-5569-C90CA84B3814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6E7B95C5-E11C-C26F-6141-57CF12DD0B9D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CDD90167-A263-F4E3-775E-628A5B586A32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888417D9-5E8A-2715-307D-B079E7DA8AAC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8B53FB58-8C61-621F-8DED-183971112334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0F66FA47-F415-5E05-6581-F85F84BD8C93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8F461096-45CD-4201-1FF3-45A44B8F740B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550BE06F-4B8A-C5DB-7383-9BCF7D11D158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C2F48179-19A0-FD33-E786-C6AAF49111A0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AF2B0B5B-5093-4938-806D-4481A9D5D563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EC40FDB7-AB5E-84DD-FC83-8D01E926C927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C7E5FC-5224-903A-7BAC-CE091854A532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C7E5FC-5224-903A-7BAC-CE091854A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1364F10-4AC9-9FBB-705A-F879A5C4C049}"/>
                  </a:ext>
                </a:extLst>
              </p:cNvPr>
              <p:cNvSpPr txBox="1"/>
              <p:nvPr/>
            </p:nvSpPr>
            <p:spPr>
              <a:xfrm>
                <a:off x="11371998" y="512039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1364F10-4AC9-9FBB-705A-F879A5C4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998" y="5120393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D3B26A-0EFE-F684-76BC-D7BFDD61AAFB}"/>
                  </a:ext>
                </a:extLst>
              </p:cNvPr>
              <p:cNvSpPr txBox="1"/>
              <p:nvPr/>
            </p:nvSpPr>
            <p:spPr>
              <a:xfrm>
                <a:off x="10664179" y="513041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D3B26A-0EFE-F684-76BC-D7BFDD61A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179" y="5130413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0641FCF-5F73-44D9-5A0D-0AABA1BFE846}"/>
                  </a:ext>
                </a:extLst>
              </p:cNvPr>
              <p:cNvSpPr txBox="1"/>
              <p:nvPr/>
            </p:nvSpPr>
            <p:spPr>
              <a:xfrm>
                <a:off x="9975533" y="511440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0641FCF-5F73-44D9-5A0D-0AABA1BFE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533" y="5114400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C2B01AA-6266-4505-6B52-7D91318F720A}"/>
                  </a:ext>
                </a:extLst>
              </p:cNvPr>
              <p:cNvSpPr txBox="1"/>
              <p:nvPr/>
            </p:nvSpPr>
            <p:spPr>
              <a:xfrm>
                <a:off x="9360305" y="510242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C2B01AA-6266-4505-6B52-7D91318F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305" y="5102423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812334-C919-A55D-A7FB-970436C7B52C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812334-C919-A55D-A7FB-970436C7B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B27F650-3596-8BE1-1A69-441C9733D72A}"/>
                  </a:ext>
                </a:extLst>
              </p:cNvPr>
              <p:cNvSpPr txBox="1"/>
              <p:nvPr/>
            </p:nvSpPr>
            <p:spPr>
              <a:xfrm>
                <a:off x="8378238" y="5095620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B27F650-3596-8BE1-1A69-441C9733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238" y="5095620"/>
                <a:ext cx="91993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394F2B8-6DB6-5ACC-A57A-026CE3353136}"/>
                  </a:ext>
                </a:extLst>
              </p:cNvPr>
              <p:cNvSpPr txBox="1"/>
              <p:nvPr/>
            </p:nvSpPr>
            <p:spPr>
              <a:xfrm>
                <a:off x="7568294" y="5097378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394F2B8-6DB6-5ACC-A57A-026CE3353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294" y="5097378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436B870-740E-C8D4-58AF-26DC3D904DE9}"/>
                  </a:ext>
                </a:extLst>
              </p:cNvPr>
              <p:cNvSpPr txBox="1"/>
              <p:nvPr/>
            </p:nvSpPr>
            <p:spPr>
              <a:xfrm>
                <a:off x="5271595" y="2966758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436B870-740E-C8D4-58AF-26DC3D90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966758"/>
                <a:ext cx="181992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98FBCB4-A841-0FFD-6A4A-9ED104CF8C55}"/>
                  </a:ext>
                </a:extLst>
              </p:cNvPr>
              <p:cNvSpPr txBox="1"/>
              <p:nvPr/>
            </p:nvSpPr>
            <p:spPr>
              <a:xfrm>
                <a:off x="7167836" y="509814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98FBCB4-A841-0FFD-6A4A-9ED104CF8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836" y="5098141"/>
                <a:ext cx="3337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3029AE2-32C2-1878-7C8E-EE5F8221B17C}"/>
                  </a:ext>
                </a:extLst>
              </p:cNvPr>
              <p:cNvSpPr txBox="1"/>
              <p:nvPr/>
            </p:nvSpPr>
            <p:spPr>
              <a:xfrm>
                <a:off x="4679058" y="111024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3029AE2-32C2-1878-7C8E-EE5F8221B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058" y="1110243"/>
                <a:ext cx="3337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B31224-9EC0-2F89-93AF-865694A9AB30}"/>
                  </a:ext>
                </a:extLst>
              </p:cNvPr>
              <p:cNvSpPr txBox="1"/>
              <p:nvPr/>
            </p:nvSpPr>
            <p:spPr>
              <a:xfrm>
                <a:off x="6527017" y="509726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B31224-9EC0-2F89-93AF-865694A9A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17" y="5097265"/>
                <a:ext cx="3337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45A5F40-E28A-1CFD-E518-1CF6794A1D8B}"/>
                  </a:ext>
                </a:extLst>
              </p:cNvPr>
              <p:cNvSpPr txBox="1"/>
              <p:nvPr/>
            </p:nvSpPr>
            <p:spPr>
              <a:xfrm>
                <a:off x="3833575" y="176140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45A5F40-E28A-1CFD-E518-1CF6794A1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575" y="1761408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4078ABA-702D-43B7-CC12-2D78EDD996A5}"/>
                  </a:ext>
                </a:extLst>
              </p:cNvPr>
              <p:cNvSpPr txBox="1"/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4078ABA-702D-43B7-CC12-2D78EDD9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DA3095-5561-01F0-52CD-9FA1AC097D28}"/>
                  </a:ext>
                </a:extLst>
              </p:cNvPr>
              <p:cNvSpPr txBox="1"/>
              <p:nvPr/>
            </p:nvSpPr>
            <p:spPr>
              <a:xfrm>
                <a:off x="5321532" y="510742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DA3095-5561-01F0-52CD-9FA1AC09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532" y="5107425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DB967BF-5AD5-7FCD-74C8-3DF37F36221C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0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DB967BF-5AD5-7FCD-74C8-3DF37F362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083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192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C21F-4007-644C-29E6-4D1BD53B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04D63-EC2B-F7D2-B364-DEB1CCA35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20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1E3865-BBE3-5F3A-BF4D-70F9A60AD813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E446E70-B77A-459A-9DE9-81FF675C84B0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F0D235E-98D8-9423-C023-850E08CACD59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2E1E8A-8CA8-DBFA-E5C1-C7C41D0CF1C1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38CD1D-4ACC-EC57-164B-E23DB46414F4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9016A7-8ECE-17E7-B5B0-EBD9E0139B37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94E062-86F8-9EB6-4E4C-A4C7B6C53D0B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518991-E38F-5776-57B6-31522120E1DF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0F7C55-C270-AAC3-DB2B-66D8448B120F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BA4D1D-5F94-0694-7C4B-D6FABE7A2F53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58A639-359A-B731-E1DB-B213E2257D13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614435-C851-B8E5-75F5-4806C744FA01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FAF0C9A-CAE5-0A20-046F-42E55633D203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BCF6052-CA4E-E917-4ADD-5D6EDA89588E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EB9AA79-A15F-B3CC-9B3F-B39F62F1DB4A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FFF85B1-0565-D5A6-AE14-DF6029772560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12796D9-614E-7C79-8359-5CB0457DA9D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CE45360-6E65-C06E-426F-72D9A0CC247D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11F0CB0-2501-DA09-5AA8-21D3532A7AFD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3F92F2A-3599-8018-DD31-1B19BED83486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5628B90-B283-3325-B553-2F1EBDC256F1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706CDD6-37AD-DEC6-B135-BD468BB47C3B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21F2F64-6E80-E985-65EC-536F0C8CDBDC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61328CC-93E6-660B-DC62-50EB77423863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305471B-D84C-7E99-BBF7-EEAEBD351BC2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68E1899-21B4-97CF-50F7-D25B5C4235CC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D18FDE-0336-9CE4-8B42-3E5F291ED2B3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5FAF380-2BD9-E065-942D-B22B770A30EE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098B402-6D2C-2F75-AC39-A51EB347D7DC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DB57F04-5560-16C3-7CB0-496E23E074CA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50694688-B5FE-0432-B552-8020B4DD508B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210EC228-727A-2AF7-3551-370755D5DDC0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AECA550-F0D2-916F-B310-8912FAF10C76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3B59C2B9-B3CF-3EDD-C4CA-ABCE711204C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5377E76-AAFB-67CE-8645-2E51D61EF491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CA7CE33-90D3-A112-F476-9D328E329F4B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5CC7655C-B134-88BB-F238-77BCCEF88B0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19DD2FB9-16A4-2F8D-B7BE-C91E3864F40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3C7239C5-A44C-8E3A-CBA0-2DBAC2646EDF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7CF8DAD5-9B59-37A8-32B6-CAD0035B0519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84B8F03F-7338-08F7-0A8F-8002F16D45D0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085D58EC-C4F8-0640-D25A-085E950C523D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812C4827-5D53-CB6E-651F-D4B3AD46ED2F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18A82BBD-39BD-8020-40C1-E773476C91AA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7A9271C6-141D-2A5B-169D-7121EDC344A9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2F3F9EC0-50E1-E90B-A64D-89AD3FE800B2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AE9D0FFA-3CF2-FC5D-10BD-8741B00C3F40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A5F7B9E3-1919-FF14-A82F-B59AC856207D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9F1D52E1-3342-74DA-0F06-71A74D773FCF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CC01FA89-65DE-0C23-B1F1-E3AEB478322D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7F1F853C-0D9D-D93C-C4BE-084A2EE31BE1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E9485F1D-1617-8242-F0D0-087D464B3A1D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67A9BF9D-BB4F-2E84-1611-6863BF671B85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36D5FD3A-C5B6-1B5C-3E70-CD674444B194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7C3593FA-9DBB-92A3-2DE3-BC708D48C65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3B802357-678B-8F38-86F3-C491E6C40215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5C92F3E5-39FE-F580-7820-CC36F0B5E20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6AB2D641-152E-B277-FD49-7B65447D1B78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35F181B4-FC23-A5F4-AD4F-8B58E8A89166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E01759D5-6B9B-40B0-F84E-F6573425C8DE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BEB95F75-8149-1C35-8712-9BC1145FA44D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BB4143D7-176B-809E-F019-6E12C033C642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908CE50D-8286-A0E7-3F00-43D43779F2AD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B8BBD32E-87D5-506A-5E12-E43807DA6BED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BD6DF06A-F937-06FA-2A25-7AE7C63CCBD0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76CCD5B3-D326-5DE7-A79B-6D0E3F2FC724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64D2CAD1-A18F-9F9C-91C3-4F3AA29BB838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A4A69045-96F1-4943-7026-3BC0C17AAA6D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0CDC6A5B-6D37-D570-9EDE-CCF945D785E9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1BB8798-6DEB-ED8A-9A28-C6776E17722D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9E5DFDED-D804-65F0-5752-2E094EBDF4BA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C56A329A-F5DE-759E-FCFE-8258C31FB8C5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CA28D6DA-5DBA-22E9-616A-97CCA590FA9F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ECB0405E-B9BD-C683-9C1F-E8EED1A3FE12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71C31AE5-457B-D001-C131-B0A00FDD3282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8251CAB6-4DC2-52C0-9AC0-DEC6CC662C2D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E2586927-1EE7-03D8-E306-79A96B4B4D14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BD5926B1-EC38-683B-085A-2EE86C90096D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ABB33120-5ECB-63AC-438E-99E920B70F72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113C3FB7-912F-4E68-95C2-877906F5645A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EC48E6B-0541-82E6-0344-BCAF7A38CFC3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A7EC3283-7266-2BEF-E52A-456A6841E0F8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3A7B9C17-2FDC-9992-F832-76A5EB9908B3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299F376A-6567-9AE1-9C80-BB5B59113374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244007FA-C220-E840-1928-4F28041CDE32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082C020F-07A1-D2DF-389C-8BA2F8D463D8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3964D935-B744-8A8F-EDEE-F90955A2503C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905C1933-FC24-A620-7663-016923746AEA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1B59F811-704E-F846-254B-C8D646F41882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447A7C49-4A34-20E7-EFD0-7A0B5DFABAE1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97A89901-CC2A-A1BE-A732-5064CB44A7A2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CEBFBAB2-B87E-DD03-97E0-E8B859BEFB0E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67C16BB3-E60E-26D7-D2CE-5C52D06AEB68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26B6465A-2E2E-A646-2663-41D254DBBA5D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FABDF9B1-CF58-FBDE-2492-BE53BC0B558C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CE9F8F82-BD81-B97D-19B3-92A989BEFD28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8A1453FB-12A3-F76D-9BDC-7673469F5B7D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3E70ED0-2A54-CAD8-A863-8270C51F6E98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3E70ED0-2A54-CAD8-A863-8270C51F6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3ACAAC0-F069-704E-E9D9-291D78286D26}"/>
                  </a:ext>
                </a:extLst>
              </p:cNvPr>
              <p:cNvSpPr txBox="1"/>
              <p:nvPr/>
            </p:nvSpPr>
            <p:spPr>
              <a:xfrm>
                <a:off x="11305283" y="511060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3ACAAC0-F069-704E-E9D9-291D78286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5283" y="5110605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9BF1901-0578-3DF9-8336-126CEF2CB844}"/>
                  </a:ext>
                </a:extLst>
              </p:cNvPr>
              <p:cNvSpPr txBox="1"/>
              <p:nvPr/>
            </p:nvSpPr>
            <p:spPr>
              <a:xfrm>
                <a:off x="10616637" y="509459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9BF1901-0578-3DF9-8336-126CEF2C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637" y="5094592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D1787E-3CD3-29C2-0F73-878BC3252F2B}"/>
                  </a:ext>
                </a:extLst>
              </p:cNvPr>
              <p:cNvSpPr txBox="1"/>
              <p:nvPr/>
            </p:nvSpPr>
            <p:spPr>
              <a:xfrm>
                <a:off x="10001409" y="508261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D1787E-3CD3-29C2-0F73-878BC3252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409" y="5082615"/>
                <a:ext cx="3337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294AA7-5F5D-E251-35B4-541D8333DB83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294AA7-5F5D-E251-35B4-541D8333D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CAF1E25-E4EF-F727-67CF-B96849FB85EF}"/>
                  </a:ext>
                </a:extLst>
              </p:cNvPr>
              <p:cNvSpPr txBox="1"/>
              <p:nvPr/>
            </p:nvSpPr>
            <p:spPr>
              <a:xfrm>
                <a:off x="9019342" y="507581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CAF1E25-E4EF-F727-67CF-B96849FB8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342" y="5075812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2170B81-1B7C-F939-F6A1-E554C2E62439}"/>
                  </a:ext>
                </a:extLst>
              </p:cNvPr>
              <p:cNvSpPr txBox="1"/>
              <p:nvPr/>
            </p:nvSpPr>
            <p:spPr>
              <a:xfrm>
                <a:off x="8209398" y="5077570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2170B81-1B7C-F939-F6A1-E554C2E62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398" y="5077570"/>
                <a:ext cx="91993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204BBA6-4226-6ACA-E467-0C029EF7BF5F}"/>
                  </a:ext>
                </a:extLst>
              </p:cNvPr>
              <p:cNvSpPr txBox="1"/>
              <p:nvPr/>
            </p:nvSpPr>
            <p:spPr>
              <a:xfrm>
                <a:off x="7808940" y="507833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204BBA6-4226-6ACA-E467-0C029EF7B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940" y="5078333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29744CE-586D-3D35-02B7-CB81523997A2}"/>
                  </a:ext>
                </a:extLst>
              </p:cNvPr>
              <p:cNvSpPr txBox="1"/>
              <p:nvPr/>
            </p:nvSpPr>
            <p:spPr>
              <a:xfrm>
                <a:off x="7168121" y="507745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29744CE-586D-3D35-02B7-CB8152399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121" y="5077457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2DE76C9-DEED-9663-D508-53B72D473427}"/>
                  </a:ext>
                </a:extLst>
              </p:cNvPr>
              <p:cNvSpPr txBox="1"/>
              <p:nvPr/>
            </p:nvSpPr>
            <p:spPr>
              <a:xfrm>
                <a:off x="6475183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2DE76C9-DEED-9663-D508-53B72D473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183" y="5076803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49CA6F6-F874-5958-424D-E9AF1AD56453}"/>
                  </a:ext>
                </a:extLst>
              </p:cNvPr>
              <p:cNvSpPr txBox="1"/>
              <p:nvPr/>
            </p:nvSpPr>
            <p:spPr>
              <a:xfrm>
                <a:off x="4615050" y="1123644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49CA6F6-F874-5958-424D-E9AF1AD56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050" y="1123644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00A5CC6-7DA9-FC54-C6DE-188FE4BFA4A0}"/>
                  </a:ext>
                </a:extLst>
              </p:cNvPr>
              <p:cNvSpPr txBox="1"/>
              <p:nvPr/>
            </p:nvSpPr>
            <p:spPr>
              <a:xfrm>
                <a:off x="5291126" y="2993426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00A5CC6-7DA9-FC54-C6DE-188FE4BFA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126" y="2993426"/>
                <a:ext cx="181992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EADE73-161A-6B94-9872-666D430BF427}"/>
                  </a:ext>
                </a:extLst>
              </p:cNvPr>
              <p:cNvSpPr txBox="1"/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EADE73-161A-6B94-9872-666D430BF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885" y="2039928"/>
                <a:ext cx="181992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DC0CF90-4155-57BA-2C78-4BE6F434A8D6}"/>
                  </a:ext>
                </a:extLst>
              </p:cNvPr>
              <p:cNvSpPr txBox="1"/>
              <p:nvPr/>
            </p:nvSpPr>
            <p:spPr>
              <a:xfrm>
                <a:off x="5335475" y="510008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DC0CF90-4155-57BA-2C78-4BE6F434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475" y="5100088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04E8F58-039D-8721-B314-4E9D78BB2CC4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04E8F58-039D-8721-B314-4E9D78BB2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0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B39D-7BB4-53CC-2004-192E673D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6422D-5713-C3C4-A508-4B8DE3119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21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E12EF0-C247-ECD6-AB90-4E469F62C97C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A8A8A90-2B77-2B83-E633-6677C0408D53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B08D116-9A93-BAC4-84B8-0BBD875218D5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7E72AE-73FC-D8D9-F351-D646A220F94E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0289F-7682-2147-1D1A-838D4E477B35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5D58FA-2039-07A6-C4F8-4E2F1348C4EE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7237BA-2C71-6307-1C6A-39F164FB9EA8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1D4AE0-4CCB-441C-2C32-CB6B8FFB8999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810279-BECC-1DCB-97B5-343E4819EA8D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0FCD50-B860-6866-F2FE-FBC5CB7DE039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8AFD26-BF22-618E-3D64-4C9CF228C9E9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38CC8D-EB24-158D-A98F-DF9BBA412D70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F526394-3635-E50F-A795-F4595B3260C2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34F3AE0-2CA2-812D-D2D5-5A9C7988FCC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6BF0C96-196A-E0F4-2B5F-84E5C90C60E2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B0D6B10-A172-F87B-EC51-8AA99F6E645E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4073DE8-CD22-69E1-246E-2DD6B3BF5FC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41F3C77-6D6B-7115-2B88-5A08DEAE1352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6132290-FEDF-FAF0-FBF4-5CAFE74A06A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BA2D142-047A-83B3-FA31-DD6832AF141D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A075A2F-8AC8-1EFD-09DD-ECEF30097D8B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40BBD5-7427-5AAC-5265-E6AEAF9B9F4A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1A23B28-E53B-0E65-9C59-A7511ABBA26C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0112A0C-E5D6-0C94-5E86-40CF2F631EB5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38BB169-A2FB-6390-FB7C-DD691E6F9F98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5CCE9C-0385-73CE-2CE1-02D252CF9C6B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C7244F0-CB88-DABE-B4FF-1288475180BF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EB261DD-8226-2B14-3D0D-6950EFB92661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77B8B94-C3AB-246A-4EFC-A44DF5F45ED6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EB3B1E9-882A-49F9-175A-895700DAE378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1C80C87-52F2-8762-31AE-830695D73524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FA7289CD-6BDA-6009-3CB3-4A04484D0BF4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A6AC45E1-45CC-E087-28FE-86C98A6255D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D091C5A4-EEBE-5410-E88B-F618751F446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F65D68EC-637B-473F-2D82-056C0CB3E4D6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19DCB96-A698-B875-9EB2-1D41D0C2C14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DBA446C-CA6D-343E-EFBC-F07BF4E587E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6328EB2E-9E2A-FDF9-17C9-6F892EA6F62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EFDA2AAB-4287-071D-D35F-BD368648FBCF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BFB791EA-D380-6100-8EEE-E3464BF9D72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15593BE5-78B1-2832-DD04-9653353EE6EF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491B12ED-C908-C488-3E74-EB49FB23CF40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165E1139-0B04-3C86-A970-4DBC85306C85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1ABF1BDD-AC3D-33DC-BC39-8FDB6C36FC49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9679458E-208D-FAED-D596-9221CCF8F972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467BAF2A-E8A1-3197-F279-B16A07E0071A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473885E0-0B95-9072-6728-17895F7F6C5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BF99033F-DC0B-2E98-5E9C-DBF75CE96F79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3E16EF28-C30A-943E-9488-BB5AAA3D2F64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D5A9750C-909A-A63A-750B-2C6C61E353C9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78CF282D-13E0-D399-B793-6BE9E46A3860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76A097F1-8EA5-5ED4-EFBB-6262AF0F708E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C25DEF20-1188-872B-57F7-2D691406F2E8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E53269B5-1A7A-307B-B06A-781224212DD3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FD2987CE-B1B3-A949-CA42-8A532468855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D687C4F1-E621-CC28-A65D-F0C2C86C94CC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00389BF2-9F5D-2F44-9CB9-1CB2DC11610E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B6B3D657-EDF8-CD96-8D8E-E0E4CE11E2EA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02713EFC-BD8B-3D48-7A68-379FF29DCED6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DD8AC172-0572-451A-D5CE-8750562ECEA4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59982EB3-E8C4-777B-69D2-7D3C5B5CA654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23B2CE77-36F5-87F1-1FDA-C2DE5B30C6EB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79AC2940-FEEF-EEF1-59EB-1C3861088100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B1EEC011-9B0C-ADB1-63E9-4F7456DD9259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3A157B3A-054B-C70A-6CD0-51FCDC417F90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FBEA1857-A08A-3F64-89B0-D86D7987B742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6026A3AD-6269-1D29-5929-ECCA14C4CEAF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FDD97E6E-FEC3-7D06-26A7-8DFCDE5763C9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FC67B5FC-0AD3-BF03-118A-14DBE7E10DE4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EDF53719-8202-EB77-1E73-61FF0F972581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20B440CF-8D82-2A70-4858-975566535A32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4C9C19EE-D781-3394-A5A5-8CC9008E263B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750466C3-C8C8-5FC1-C788-485C58432E84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C4B0F605-AE30-7C30-9263-8E9F753B98ED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1409FEE3-63EB-45EF-0171-6AEE61F7AAC1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D9BF0357-0DD8-F8AA-1314-E6B7C49240AD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CB66B522-E3D7-1FDB-5693-7A6F52399A40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CCEF14BA-B470-DBB0-4B3A-829335FFA40C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0FA3C08A-758F-67FC-DDC5-9BB89103C126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8E301528-4B0B-0E1F-F6C7-23E7F29F2038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5ADF6A90-0EFB-5355-8C17-85BA8E109515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9E6D35C4-6A3F-20E4-809D-40DDDEC0F72E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A3DE3E92-B1AB-BD2A-1622-869C9FDE53E4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F3A64F18-9CDA-A474-4D4C-2F011B85DBD6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6D9C933E-CCD4-7B28-65AB-44C26ADBD8C4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9C676BF2-B0CA-BD7A-0CCF-C434D76556ED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EEB9889F-BE2A-213C-0252-D8089F160E39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9920FEF8-637F-6C7F-5CF0-66C439C4C2DA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C159ACD4-B3C8-3077-6B6D-ABF1BFCC0102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018C8392-93B5-787C-0FC7-EB50178FB505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A234B66B-4491-07D1-94F7-7236EB06E471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DE04F6EF-E910-DAB6-7391-D1113A0F7F74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53AB939A-B7B1-C6DE-AFB8-78CFD75B76A3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58CEF0BC-D03C-D0C9-2782-83E396ED5519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E942F008-C386-9F74-0A52-9EC89FAA04F9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39FB1916-E112-5543-48FD-C77AC69FA3E1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85640083-2412-12D5-9C33-42D1A35B03D4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F3B514-1BE1-D86B-056A-4022560C67C1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F3B514-1BE1-D86B-056A-4022560C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4702C0-689B-3CB5-2507-ED124546A791}"/>
                  </a:ext>
                </a:extLst>
              </p:cNvPr>
              <p:cNvSpPr txBox="1"/>
              <p:nvPr/>
            </p:nvSpPr>
            <p:spPr>
              <a:xfrm>
                <a:off x="4603470" y="112014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4702C0-689B-3CB5-2507-ED124546A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70" y="1120149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52CC8B4-83CD-337D-CA7D-2B0B64024D43}"/>
                  </a:ext>
                </a:extLst>
              </p:cNvPr>
              <p:cNvSpPr txBox="1"/>
              <p:nvPr/>
            </p:nvSpPr>
            <p:spPr>
              <a:xfrm>
                <a:off x="11284656" y="510071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52CC8B4-83CD-337D-CA7D-2B0B64024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4656" y="5100719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1382E67-4E82-E021-7796-4374224C34F7}"/>
                  </a:ext>
                </a:extLst>
              </p:cNvPr>
              <p:cNvSpPr txBox="1"/>
              <p:nvPr/>
            </p:nvSpPr>
            <p:spPr>
              <a:xfrm>
                <a:off x="10669428" y="508874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1382E67-4E82-E021-7796-4374224C3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28" y="5088742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A9FAB62-AEE5-9F37-45C6-7B9B07EFBB89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A9FAB62-AEE5-9F37-45C6-7B9B07EFB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13B794E-2372-F368-5833-BC3C8237A8A5}"/>
                  </a:ext>
                </a:extLst>
              </p:cNvPr>
              <p:cNvSpPr txBox="1"/>
              <p:nvPr/>
            </p:nvSpPr>
            <p:spPr>
              <a:xfrm>
                <a:off x="9687361" y="508193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13B794E-2372-F368-5833-BC3C8237A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361" y="5081939"/>
                <a:ext cx="91993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91A1970-EF68-E10B-7C57-C2C62163F621}"/>
                  </a:ext>
                </a:extLst>
              </p:cNvPr>
              <p:cNvSpPr txBox="1"/>
              <p:nvPr/>
            </p:nvSpPr>
            <p:spPr>
              <a:xfrm>
                <a:off x="8877417" y="5083697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91A1970-EF68-E10B-7C57-C2C62163F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417" y="5083697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CF230CC-F330-FA3E-A1E6-5E0B448B6506}"/>
                  </a:ext>
                </a:extLst>
              </p:cNvPr>
              <p:cNvSpPr txBox="1"/>
              <p:nvPr/>
            </p:nvSpPr>
            <p:spPr>
              <a:xfrm>
                <a:off x="8476959" y="508446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CF230CC-F330-FA3E-A1E6-5E0B448B6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959" y="5084460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C0422ED-A6A5-AFF3-6A93-1B8DAFBBAC0D}"/>
                  </a:ext>
                </a:extLst>
              </p:cNvPr>
              <p:cNvSpPr txBox="1"/>
              <p:nvPr/>
            </p:nvSpPr>
            <p:spPr>
              <a:xfrm>
                <a:off x="7936013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C0422ED-A6A5-AFF3-6A93-1B8DAFBBA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13" y="5076803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61B0FA8-7B5F-CA49-2F33-31C70730C9F5}"/>
                  </a:ext>
                </a:extLst>
              </p:cNvPr>
              <p:cNvSpPr txBox="1"/>
              <p:nvPr/>
            </p:nvSpPr>
            <p:spPr>
              <a:xfrm>
                <a:off x="7256173" y="5077171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61B0FA8-7B5F-CA49-2F33-31C70730C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173" y="5077171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76C879D-3123-6B2E-0EA1-BD60C9D83E3E}"/>
                  </a:ext>
                </a:extLst>
              </p:cNvPr>
              <p:cNvSpPr txBox="1"/>
              <p:nvPr/>
            </p:nvSpPr>
            <p:spPr>
              <a:xfrm>
                <a:off x="5316949" y="2960281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76C879D-3123-6B2E-0EA1-BD60C9D83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949" y="2960281"/>
                <a:ext cx="181992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97F46AD-AD14-67C2-52C5-9919EA6AE7E6}"/>
                  </a:ext>
                </a:extLst>
              </p:cNvPr>
              <p:cNvSpPr txBox="1"/>
              <p:nvPr/>
            </p:nvSpPr>
            <p:spPr>
              <a:xfrm>
                <a:off x="6544303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97F46AD-AD14-67C2-52C5-9919EA6AE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303" y="5076803"/>
                <a:ext cx="3337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BB75A62-2497-726E-4B1D-D396E7BD971D}"/>
                  </a:ext>
                </a:extLst>
              </p:cNvPr>
              <p:cNvSpPr txBox="1"/>
              <p:nvPr/>
            </p:nvSpPr>
            <p:spPr>
              <a:xfrm>
                <a:off x="5360189" y="508981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BB75A62-2497-726E-4B1D-D396E7BD9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189" y="5089815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9672360-44E2-CE58-2A77-2FB6E9A25D82}"/>
                  </a:ext>
                </a:extLst>
              </p:cNvPr>
              <p:cNvSpPr txBox="1"/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9672360-44E2-CE58-2A77-2FB6E9A25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626AB9D-AED3-C0C4-D142-DFF93BE78649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626AB9D-AED3-C0C4-D142-DFF93BE78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153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4058-390E-CD15-6B7A-E3A39F5A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E870-F060-2BE7-07C2-2C8D0CCA9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22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969F3F-03E0-298B-CB50-6975BDF0AAF2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122F99C-0001-A2B1-F7FA-C8F0F8026C0E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ECE675C-285C-DAB5-860A-69BA6FA7A990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7DC72A-3ACC-EDB0-E8D9-1ABF5AA12DA8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74AA08-083B-9417-9B83-DACE10F4DCBD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C011D3-D253-C17C-1A28-44C9A5C7CEF8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A7B6E1-B990-8585-3D04-2D038F2EBB42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8C0C6D-74DC-F866-5C3F-60B05C75ECD8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42B158-A57D-0B97-A96B-C42854D0E79C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F7C946-F0F5-C67A-17D6-B98C5433DCE0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E386D7-0AF6-D80D-C6AA-76137C083B29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FD1099-874A-2BE9-5108-FC7DB668B382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7731F6D-A191-8549-6050-7F631BB9F4B7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B7F3851-724A-0BA9-95FA-0E59D7AE740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7EAFB9A-BE36-AD69-3E79-CD9909ECF09F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16B9258-5A3C-0CAC-A8E6-A8868283B9FA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AC7BC1-F8FA-C472-0B2F-AA9B7D85338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344A85B-0000-C18F-2695-64F20C944676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4C9C8AF-52DE-9EA9-E2B4-F1DB5D0B4CAD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614D31E-338F-3ABC-7E70-F38DB4D39033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FF386E01-737F-BAD0-C75A-7D86D27ECB21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F235C73-C675-63EE-78C3-6CAE4DE231FE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85FF52F-88BC-E924-CA84-A8E14474F06B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31579E-FC82-8EFB-ACEA-968378E3A728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D507CB6-65E5-3493-E822-63CBE8C649F8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8176338-31C2-2C56-9619-A59DF93F30AB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7D20DD8-79A8-B7E1-447F-EB041809BFBD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34BAFC1-7C6A-D0F2-ED89-42376C3891D5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03FE5CA-9C17-253D-345A-A6DC28311049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140795F-B36B-A6EF-24CA-9B23B1FE3543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08F9941C-D299-FA10-FCD3-A9555EB46386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577545BD-A4D3-7717-1822-1BF8834A5CBB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E2F89A98-1014-DFDB-937B-A2EAB677B47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C7509A3F-EAE1-06BF-A95C-8FCB6BD3447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8872BB66-E255-6815-B2D3-245B17B240D7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BE173CB-C5CF-D528-E3EB-5889A011DE1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9DBBA0B6-025E-973D-312A-81F495DF0D0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D22FD36-06A8-74A7-60D8-D7DA8775340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882D0493-1FD9-B1CA-6625-00A505127094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48972403-5F46-F8F7-908E-8F47E5B98E35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A664E694-BDBA-F8CB-B2BF-721C29A6862F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BF7C5F07-131C-A23E-3F36-726466961A0E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A945E3AC-297D-F894-FB81-4BCF6C655BC7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64C4DFD4-9574-A016-9208-6D0EA38C6120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9D623CEE-BB95-9C0B-2AB4-F6A1B4EEBE9D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F70F2BAB-F45E-C38A-6C0A-48309DA4C14C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31FE552-8F5B-A3F2-EEEF-072BD6BDAC8D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623E704E-9A1E-BDB9-1CFC-AE6CA7B22E86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09DA7BB3-631E-4ACA-B94A-BC261FB23C1D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35B631F5-FDCD-3718-4F61-46BBEB44C920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D77B1D23-B109-DC17-E384-9B9F7008CC42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1447CFC5-F3C1-881C-C897-BFCAB670D7AC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6ED03FF7-9E52-F421-3D3D-B26E389AC34A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1793D54C-8A52-3C30-459C-AAF782BD1EAB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4AEAED4F-8DDF-7B17-A40C-8122C152E3B6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F273F2D6-96AE-A22C-EA5A-956B0D711D60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86B5CE28-2D17-4FC2-0AC7-E42595401F3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78951743-0362-07C3-272E-AE5A93E2DBBE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752BA048-1668-8323-A416-1FEB8FFB512B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9D5FFA23-2687-2E1B-046E-F1BEC02C4229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AB035DE8-FDDC-33FE-7F33-CC253F77B5AE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96AB05F3-B8AF-F6C4-6B9E-A7D8644B8E3C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7CC11724-282B-A487-0384-CE97508662FE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9C02FDBE-31FA-984C-6A1B-6BDD46B9C2C1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DDB597A3-3807-434E-045F-F8E274719334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44CBABAD-B0AD-CD79-6354-7FD78A727F91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CBC7C878-A8B6-B7E4-1D75-0828B4734168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E2925694-6978-E32F-97A3-A13DA1125A39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64CD8063-2914-C82B-0140-7D9E4CC55BE4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501E6A56-E057-AEB8-5325-20F077BEF6A8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DB06D1A7-D8D3-A64B-2EB8-ED3857F2ABCF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CC678527-1082-F0A9-7856-6BCE9147D163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4923E48E-57F0-F51D-EE76-76852393C66E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005719BC-F77D-F530-2694-47B006A009EC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611215B4-42B7-7CCA-9932-7372039B069C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5215DB38-02D0-BF6D-E651-00C2D3F5BE2D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8D335C2B-37CB-DBEF-E2FE-505B95E7AF34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992F0E95-DAFA-5370-0084-38E34098CF15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18C5B3B2-C6AB-BE35-72FB-BE032F82BF3B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A2F3BB98-92CF-F687-F685-36D521826F49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42DB3087-5768-C09A-D990-CA55BB511F64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C9F0BC7F-B40E-2EB3-C7C0-E7596FB70AA0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2A860829-63CC-1B8C-C5AE-953963BD7733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7FC0C819-839F-92BB-3BB6-69B4623B5598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3CF74B76-A17A-C078-1F40-F1CC834EE6D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874E4041-85C7-3F06-644B-5520004779F5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9DEE919B-A899-4B70-F6C8-2F8445765DF7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F97D7D72-0D1E-5815-21AF-78EC8380899A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0C3682D0-3B41-5FE9-3F9D-99D7F264ABCA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A0C78BCB-2981-A3C2-9222-E7F6946B75CB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26A48E95-196B-BDAC-D56E-F4927061414C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65788A81-34B6-9E4F-13EC-B31EDB248B41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0DF89615-1DC9-8F41-E9AA-F9A97AA649B7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98C1900A-E982-F806-89BD-7623B5F3C56A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422CD1A8-147B-842B-70EE-336AA8CDE6A5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BB7686C7-3FF3-5076-0425-CEF2A2627E27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C51AA046-A810-CE55-9CB4-D5A187BE440A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759BEE-5FF8-271D-C57D-DED33013CCBE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759BEE-5FF8-271D-C57D-DED33013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4BC473-0007-0307-9CC5-F09A6B056227}"/>
                  </a:ext>
                </a:extLst>
              </p:cNvPr>
              <p:cNvSpPr txBox="1"/>
              <p:nvPr/>
            </p:nvSpPr>
            <p:spPr>
              <a:xfrm>
                <a:off x="11416130" y="508108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4BC473-0007-0307-9CC5-F09A6B056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130" y="5081085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618809D-1342-BA27-4DD0-A4122A75979C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618809D-1342-BA27-4DD0-A4122A759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251F1B-D425-1F49-F91C-7AF487F5AAC4}"/>
                  </a:ext>
                </a:extLst>
              </p:cNvPr>
              <p:cNvSpPr txBox="1"/>
              <p:nvPr/>
            </p:nvSpPr>
            <p:spPr>
              <a:xfrm>
                <a:off x="10434063" y="507428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251F1B-D425-1F49-F91C-7AF487F5A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063" y="5074282"/>
                <a:ext cx="91993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F402AFA-62B2-8B71-29F9-C2188638475A}"/>
                  </a:ext>
                </a:extLst>
              </p:cNvPr>
              <p:cNvSpPr txBox="1"/>
              <p:nvPr/>
            </p:nvSpPr>
            <p:spPr>
              <a:xfrm>
                <a:off x="9624119" y="5076040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F402AFA-62B2-8B71-29F9-C21886384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119" y="5076040"/>
                <a:ext cx="91993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9DDC2D-1293-D95E-0020-05887E7BFA73}"/>
                  </a:ext>
                </a:extLst>
              </p:cNvPr>
              <p:cNvSpPr txBox="1"/>
              <p:nvPr/>
            </p:nvSpPr>
            <p:spPr>
              <a:xfrm>
                <a:off x="9223661" y="5076803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9DDC2D-1293-D95E-0020-05887E7BF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661" y="5076803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C82B47C-26AC-DD11-F0A9-73F97CA91E17}"/>
                  </a:ext>
                </a:extLst>
              </p:cNvPr>
              <p:cNvSpPr txBox="1"/>
              <p:nvPr/>
            </p:nvSpPr>
            <p:spPr>
              <a:xfrm>
                <a:off x="8682715" y="5069146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C82B47C-26AC-DD11-F0A9-73F97CA91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715" y="5069146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1ABB448-2E82-51C8-E49F-2FDC5F3145A4}"/>
                  </a:ext>
                </a:extLst>
              </p:cNvPr>
              <p:cNvSpPr txBox="1"/>
              <p:nvPr/>
            </p:nvSpPr>
            <p:spPr>
              <a:xfrm>
                <a:off x="8002875" y="5069514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1ABB448-2E82-51C8-E49F-2FDC5F314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875" y="5069514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C013FA3-8C8B-97A1-41F0-14BB60D9ADD5}"/>
                  </a:ext>
                </a:extLst>
              </p:cNvPr>
              <p:cNvSpPr txBox="1"/>
              <p:nvPr/>
            </p:nvSpPr>
            <p:spPr>
              <a:xfrm>
                <a:off x="7291005" y="5069146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C013FA3-8C8B-97A1-41F0-14BB60D9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005" y="5069146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2861CFD-436E-C92A-C635-11ADB55353EB}"/>
                  </a:ext>
                </a:extLst>
              </p:cNvPr>
              <p:cNvSpPr txBox="1"/>
              <p:nvPr/>
            </p:nvSpPr>
            <p:spPr>
              <a:xfrm>
                <a:off x="6435487" y="506724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2861CFD-436E-C92A-C635-11ADB5535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487" y="5067249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A3436E-32B9-5188-B727-308FF914C05C}"/>
                  </a:ext>
                </a:extLst>
              </p:cNvPr>
              <p:cNvSpPr txBox="1"/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A3436E-32B9-5188-B727-308FF914C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180BE9C-13F5-3DE6-FB44-E1378D5537AA}"/>
                  </a:ext>
                </a:extLst>
              </p:cNvPr>
              <p:cNvSpPr txBox="1"/>
              <p:nvPr/>
            </p:nvSpPr>
            <p:spPr>
              <a:xfrm>
                <a:off x="3772223" y="1699768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180BE9C-13F5-3DE6-FB44-E1378D553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223" y="1699768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F7E1C52-7F2D-DBB1-50AF-E5521D271EFA}"/>
                  </a:ext>
                </a:extLst>
              </p:cNvPr>
              <p:cNvSpPr txBox="1"/>
              <p:nvPr/>
            </p:nvSpPr>
            <p:spPr>
              <a:xfrm>
                <a:off x="4874260" y="90697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F7E1C52-7F2D-DBB1-50AF-E5521D271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260" y="906972"/>
                <a:ext cx="3337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8810945-C025-79CA-4C4B-365ED8276A6C}"/>
                  </a:ext>
                </a:extLst>
              </p:cNvPr>
              <p:cNvSpPr txBox="1"/>
              <p:nvPr/>
            </p:nvSpPr>
            <p:spPr>
              <a:xfrm>
                <a:off x="5264603" y="2938874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8810945-C025-79CA-4C4B-365ED8276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603" y="2938874"/>
                <a:ext cx="181992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BBAB574-76F6-3AE8-977B-1E2E1CD31763}"/>
                  </a:ext>
                </a:extLst>
              </p:cNvPr>
              <p:cNvSpPr txBox="1"/>
              <p:nvPr/>
            </p:nvSpPr>
            <p:spPr>
              <a:xfrm>
                <a:off x="5265816" y="504957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BBAB574-76F6-3AE8-977B-1E2E1CD31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16" y="5049577"/>
                <a:ext cx="3337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0B37B1-C9B0-4CCF-1DBA-B64AAC751009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0B37B1-C9B0-4CCF-1DBA-B64AAC75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922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97F2-0A97-7003-019A-5C6E67DB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A97F-3948-0ABA-9194-286C13195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23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E0E6E6-5438-0B4F-2604-6714742167CD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981F6F-1011-A687-D872-7249AF7B589E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53C6D3F-664D-43F7-7C35-B465576D0585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2F045E-7468-1042-7A4B-6BCFEBBA5F9F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F0EA14-7DFB-6F3A-C67B-89E1DB5A5F67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7C0789-90A9-A5A0-58CB-A37C30490A1A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2A9CCF-BDC8-2BB9-3B6C-2E67877BF8FA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D0A566-6DBD-E2C6-7398-7574303B1C57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78002F-5BB5-8855-2EFE-C07F5F9B402E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A0955F-4B7D-034F-504F-CD634AE0297E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EC933-6D7A-D073-155C-E0704E6FB1B5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0462D8-E16E-AD20-1EB1-5FF185A3A4D6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4C42B2A-96BB-44BF-9D93-BF5B083383E4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13028A2-C9A9-486C-C681-E37602FA6F7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F15CEED-DFA8-F437-C6FD-1273B2BDCC31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617A8E0-2587-D9ED-6754-0628E4010F52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3C0A321-5BD2-1C98-160B-335E4857E525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9F56773-37A1-51E9-1B62-8F58942EF0B6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CC0FC0B-414C-520F-2FB0-9C9B1B3C03B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C17678C-1EB4-1171-1FBD-99E2DABB5BFF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99136727-CDC8-9C81-EAC3-F21EEA3DA3BB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2FAE864-D6FE-B4E9-2E9E-B84348688266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0DAFE73-577D-EBAD-5277-0C143A8B27DE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1EB39D2-3EA5-FA93-F76B-560B5AABAF9B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E54121B-9B11-6F22-4556-43B4B40F16B2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0C1B138-B5D0-BCD6-8076-74E39FCAD418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1E0F71-2A22-091C-6962-40F57ECC236E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C52741C-544D-B976-071F-947E8D8C660B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A2CCFF7-B1AF-F166-275E-9C5F5173F7FC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2F4F64D-69F6-FA12-78D6-61BF44F8B51D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A27EF949-93CF-C06D-F289-CCDC75D1B4BC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826F7707-4BEA-EA98-AD73-EE1368624FC5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37527F3-6842-F6B3-C0D1-390FD549A45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3A3D87A-41CA-F332-0683-43B5E7CAB8C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FF553A7-3DDE-B071-04BB-094DDD70EAB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039B9B9-CB9F-7BCF-7579-58915E1505F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4254D6A-829F-5605-0AED-8ECAF3F0A06B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2BFAC321-5FA4-C75C-0789-53BD60F28B3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A1FE97A-7C02-824B-C0F2-8DB6603D5BB3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117D161B-312F-A8AE-F671-5D9C2E390EE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F9EF7592-D86B-413C-83B0-3A2762B933FE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055FF5EA-868F-14D0-A2A8-94E62A2EA2EF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8A3BF360-FA05-B74D-3AF2-B04C2CD60F23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A2B1CEA4-FDFA-DD3C-72C4-94C4ED8F14DA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BDD32512-2C5F-BB70-5D02-B931B90815E0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61E156C6-BFBE-7E42-EB32-DD6EF39A55E3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34349EA8-52F8-D306-F29E-124CDB5E4A3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2A618B2E-27F4-6508-8D27-89F17CCF2997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F6B10140-B7FF-3801-5F06-F40EF33790DD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85791200-EE5B-41D8-004A-51B40BC7F16C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6D9E344B-1EF6-28FA-C812-24CEFECEF869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71528C1E-7F00-8866-719F-2F877179F85C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541BBD72-C07D-03F0-72C8-C4A19AF1590C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889BE6B3-CDF8-5DDB-355C-91E918C31418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20004475-AC25-53F9-EA2B-0C0DD6EB2D65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E37AEEEF-BC10-16AE-CC84-1FE3E0EEE19E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6D42D53C-4569-6978-A315-AA213C32E01A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B07A5260-AFB4-FB47-DC4F-8C5C333724DE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58D61810-78A9-D206-1CE1-638B2335A893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5CC21679-C9C7-3FEC-1314-11CDA6105BC5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F044E4B8-54F9-C93D-3CCC-FC053429BB92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E669CE92-A242-CA1C-8424-2956BCAA8C39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7671295A-E7DF-6F0D-E421-78C887EF610C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44A406FF-AFDD-FC25-D116-B02BFD633D0F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DF16FD49-715F-D6DB-F66A-AEF42E1AF3C9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54466AFE-8592-5C6E-B0B2-AB029B58CFBB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2126D7A4-33F7-1DCD-F09D-4E40D44FF432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4493D76E-4B66-2EFE-D7D0-60B5CBB20B28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599858F0-ED76-F30B-99D1-2109947522BC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44A473A-929E-70AE-B8DC-14804C14B440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70EAB8D1-6EA2-E649-C179-9EA77CAF2549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9B039AF1-AA4F-3CE8-AB1C-C67CED01D499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15A5798A-4819-BDBA-22CD-5CA898E8958D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0819A5AB-9AD1-4ECE-6BD5-BE4EF12F2137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273073E2-4BB9-98BE-1582-E5DFDF43084A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B45E80EE-63A4-4C91-63C9-8EC74EE2A8D3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B42EDA6F-BC43-B8C4-4CCC-B2D702751B65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61B7A154-1829-BD01-D5FF-39C4FA6DD7F3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C0AB26C1-C6DB-FA86-A3B7-789A71276ED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989B28F4-5DA1-AC24-5B8D-672323013FAA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23E5DF45-F1D9-0D11-6D0C-592A8E2DB71B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DED96175-A39F-E05E-C95E-840E35245EE3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45DBB3DA-D48B-768F-A4E0-02B9A308E86F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D6719BD1-E29E-92F4-04DA-5E7C23DE4A96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FBA9ED1A-A859-63B3-2A9A-F34661B1A06E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5745E556-6ED9-9D2D-0170-314C87963C0B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474A403B-F176-F248-2809-BCDCD7410350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13E6A12D-4B30-BA2F-BC57-509C818D2C7F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4B81B16A-CA0B-C8B9-B384-FE43BFA83918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00560C3E-7CB0-7B60-BCC9-C9DED7B3C11D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D0FA8B48-90B8-E749-4E68-DCF1E4D0B023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7ED4C7ED-29AD-DFDF-78ED-34113595301C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D9380CB8-9A25-49B7-8D2E-F670B890AB47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E2BBB2A6-70FD-8C12-951D-842C1740BE00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F17497C3-84E9-AB80-8B7E-E551683C9229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34E4B2EA-36C0-BF87-0AEF-F02F1A9AFBA1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0DCEEEA5-ABCA-34BF-B4DA-20611C067A81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1CB285C-D6AF-FADF-5B35-23062F15901B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1CB285C-D6AF-FADF-5B35-23062F159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75E94C-230F-635D-D0B9-A3367309F7CE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75E94C-230F-635D-D0B9-A3367309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F1109FB-09C2-FB38-D4EA-97E2985CDFA2}"/>
                  </a:ext>
                </a:extLst>
              </p:cNvPr>
              <p:cNvSpPr txBox="1"/>
              <p:nvPr/>
            </p:nvSpPr>
            <p:spPr>
              <a:xfrm>
                <a:off x="11118247" y="507680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F1109FB-09C2-FB38-D4EA-97E2985C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247" y="5076803"/>
                <a:ext cx="9199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54B9556-A60D-1696-EE15-969D3A12905A}"/>
                  </a:ext>
                </a:extLst>
              </p:cNvPr>
              <p:cNvSpPr txBox="1"/>
              <p:nvPr/>
            </p:nvSpPr>
            <p:spPr>
              <a:xfrm>
                <a:off x="10308303" y="5078561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54B9556-A60D-1696-EE15-969D3A12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303" y="5078561"/>
                <a:ext cx="91993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C53D71D-9373-7016-EB0B-44FC3ED0FCF2}"/>
                  </a:ext>
                </a:extLst>
              </p:cNvPr>
              <p:cNvSpPr txBox="1"/>
              <p:nvPr/>
            </p:nvSpPr>
            <p:spPr>
              <a:xfrm>
                <a:off x="9907845" y="5079324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C53D71D-9373-7016-EB0B-44FC3ED0F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7845" y="5079324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76E5C19-3631-4ACE-F9C0-8A3177B1FA6B}"/>
                  </a:ext>
                </a:extLst>
              </p:cNvPr>
              <p:cNvSpPr txBox="1"/>
              <p:nvPr/>
            </p:nvSpPr>
            <p:spPr>
              <a:xfrm>
                <a:off x="9366899" y="507166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76E5C19-3631-4ACE-F9C0-8A3177B1F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899" y="5071667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B5ABA3-0089-0846-F3BE-1F293FF88F3A}"/>
                  </a:ext>
                </a:extLst>
              </p:cNvPr>
              <p:cNvSpPr txBox="1"/>
              <p:nvPr/>
            </p:nvSpPr>
            <p:spPr>
              <a:xfrm>
                <a:off x="8687059" y="507203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B5ABA3-0089-0846-F3BE-1F293FF88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059" y="5072035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027FF86-AF1A-66B0-0E49-EC13D8865E6C}"/>
                  </a:ext>
                </a:extLst>
              </p:cNvPr>
              <p:cNvSpPr txBox="1"/>
              <p:nvPr/>
            </p:nvSpPr>
            <p:spPr>
              <a:xfrm>
                <a:off x="7975189" y="507166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027FF86-AF1A-66B0-0E49-EC13D886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189" y="5071667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0966D31-6FB6-DCE4-1329-0A8579E87968}"/>
                  </a:ext>
                </a:extLst>
              </p:cNvPr>
              <p:cNvSpPr txBox="1"/>
              <p:nvPr/>
            </p:nvSpPr>
            <p:spPr>
              <a:xfrm>
                <a:off x="7119671" y="5069770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0966D31-6FB6-DCE4-1329-0A8579E87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71" y="5069770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EF03468-2867-0882-D9B9-24598A535C18}"/>
                  </a:ext>
                </a:extLst>
              </p:cNvPr>
              <p:cNvSpPr txBox="1"/>
              <p:nvPr/>
            </p:nvSpPr>
            <p:spPr>
              <a:xfrm>
                <a:off x="6475183" y="5057225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EF03468-2867-0882-D9B9-24598A535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183" y="5057225"/>
                <a:ext cx="3337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2789B8B-AE5E-E92C-1926-6606120B1FC9}"/>
                  </a:ext>
                </a:extLst>
              </p:cNvPr>
              <p:cNvSpPr txBox="1"/>
              <p:nvPr/>
            </p:nvSpPr>
            <p:spPr>
              <a:xfrm>
                <a:off x="3729776" y="179311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2789B8B-AE5E-E92C-1926-6606120B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776" y="1793119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522FDB-7DB0-61C0-EED3-95852C1C6F0B}"/>
                  </a:ext>
                </a:extLst>
              </p:cNvPr>
              <p:cNvSpPr txBox="1"/>
              <p:nvPr/>
            </p:nvSpPr>
            <p:spPr>
              <a:xfrm>
                <a:off x="5395043" y="2920434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522FDB-7DB0-61C0-EED3-95852C1C6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043" y="2920434"/>
                <a:ext cx="181992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D32FB7-2028-0C75-5794-9D8C8BDF229B}"/>
                  </a:ext>
                </a:extLst>
              </p:cNvPr>
              <p:cNvSpPr txBox="1"/>
              <p:nvPr/>
            </p:nvSpPr>
            <p:spPr>
              <a:xfrm>
                <a:off x="4113036" y="116429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D32FB7-2028-0C75-5794-9D8C8BDF2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036" y="1164299"/>
                <a:ext cx="9199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F1AD82F-5329-B9E3-4B8B-7C42DEBE3EBB}"/>
                  </a:ext>
                </a:extLst>
              </p:cNvPr>
              <p:cNvSpPr txBox="1"/>
              <p:nvPr/>
            </p:nvSpPr>
            <p:spPr>
              <a:xfrm>
                <a:off x="250658" y="274616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F1AD82F-5329-B9E3-4B8B-7C42DEBE3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58" y="2746169"/>
                <a:ext cx="56105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13C0097-2F27-4A51-8E1E-32157D305CFA}"/>
                  </a:ext>
                </a:extLst>
              </p:cNvPr>
              <p:cNvSpPr txBox="1"/>
              <p:nvPr/>
            </p:nvSpPr>
            <p:spPr>
              <a:xfrm>
                <a:off x="5250878" y="5031572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13C0097-2F27-4A51-8E1E-32157D305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878" y="5031572"/>
                <a:ext cx="91993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6FF975-B729-130D-A968-E2C354B50D87}"/>
                  </a:ext>
                </a:extLst>
              </p:cNvPr>
              <p:cNvSpPr txBox="1"/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6FF975-B729-130D-A968-E2C354B50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075717"/>
                <a:ext cx="1819921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55CC2F-C525-8ED7-4CD8-C4FFE96DEAF9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55CC2F-C525-8ED7-4CD8-C4FFE96DE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756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240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04E4-2970-7CF6-A22F-C85616D8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992BA-6221-848D-4B89-D3AAE4325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24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401C2D-4A6B-AEBD-D2D0-499C3027E796}"/>
              </a:ext>
            </a:extLst>
          </p:cNvPr>
          <p:cNvSpPr/>
          <p:nvPr/>
        </p:nvSpPr>
        <p:spPr>
          <a:xfrm>
            <a:off x="886718" y="121945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39F1D1B-BF14-1BBA-CD10-9E69A472E64D}"/>
              </a:ext>
            </a:extLst>
          </p:cNvPr>
          <p:cNvSpPr/>
          <p:nvPr/>
        </p:nvSpPr>
        <p:spPr>
          <a:xfrm>
            <a:off x="4845931" y="22093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53AAB61-3645-26B0-451F-3C4BCF62835F}"/>
              </a:ext>
            </a:extLst>
          </p:cNvPr>
          <p:cNvSpPr/>
          <p:nvPr/>
        </p:nvSpPr>
        <p:spPr>
          <a:xfrm>
            <a:off x="4845931" y="46755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F104B-5DA9-E84C-5E3A-527324D02871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滤波器（折叠）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B8B7F5-ABF0-9AF4-E9FC-DF6F939CCCFE}"/>
              </a:ext>
            </a:extLst>
          </p:cNvPr>
          <p:cNvSpPr/>
          <p:nvPr/>
        </p:nvSpPr>
        <p:spPr>
          <a:xfrm>
            <a:off x="886717" y="183523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A03259-38C7-4A38-FFF7-9AB9B40B60A0}"/>
              </a:ext>
            </a:extLst>
          </p:cNvPr>
          <p:cNvSpPr/>
          <p:nvPr/>
        </p:nvSpPr>
        <p:spPr>
          <a:xfrm>
            <a:off x="886717" y="244971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90C584-B5C3-4020-DFC0-208BDDB26D88}"/>
              </a:ext>
            </a:extLst>
          </p:cNvPr>
          <p:cNvSpPr/>
          <p:nvPr/>
        </p:nvSpPr>
        <p:spPr>
          <a:xfrm>
            <a:off x="886716" y="306549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367D42-5CBD-DACB-CB81-C6DF5637C2DA}"/>
              </a:ext>
            </a:extLst>
          </p:cNvPr>
          <p:cNvSpPr/>
          <p:nvPr/>
        </p:nvSpPr>
        <p:spPr>
          <a:xfrm>
            <a:off x="886718" y="3679970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779AF-94B9-6807-0F6A-7BE7EECB6B37}"/>
              </a:ext>
            </a:extLst>
          </p:cNvPr>
          <p:cNvSpPr/>
          <p:nvPr/>
        </p:nvSpPr>
        <p:spPr>
          <a:xfrm>
            <a:off x="886717" y="429574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9FB565-AD0F-08A2-FA9C-B9910D6B574B}"/>
              </a:ext>
            </a:extLst>
          </p:cNvPr>
          <p:cNvSpPr/>
          <p:nvPr/>
        </p:nvSpPr>
        <p:spPr>
          <a:xfrm>
            <a:off x="886717" y="491022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BA986B-FAA9-F9D4-68E6-259EB51DA946}"/>
              </a:ext>
            </a:extLst>
          </p:cNvPr>
          <p:cNvSpPr/>
          <p:nvPr/>
        </p:nvSpPr>
        <p:spPr>
          <a:xfrm>
            <a:off x="886716" y="5526008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23A91D-0E58-BECF-99DF-D694EA0C4956}"/>
              </a:ext>
            </a:extLst>
          </p:cNvPr>
          <p:cNvSpPr/>
          <p:nvPr/>
        </p:nvSpPr>
        <p:spPr>
          <a:xfrm>
            <a:off x="886716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6EAA6C2-6AFD-0E92-8B80-C8C61CDB7463}"/>
              </a:ext>
            </a:extLst>
          </p:cNvPr>
          <p:cNvCxnSpPr>
            <a:cxnSpLocks/>
          </p:cNvCxnSpPr>
          <p:nvPr/>
        </p:nvCxnSpPr>
        <p:spPr>
          <a:xfrm>
            <a:off x="4690533" y="1915297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B44B80D-5691-9AD2-34D9-E2CCE36ABF0F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032968" y="1915297"/>
            <a:ext cx="0" cy="294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B17A87C-2544-85DF-2BB8-753A949D6582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559300" y="2396340"/>
            <a:ext cx="28663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3DF0B8F-E05E-BB68-F86D-11DDB85B521D}"/>
              </a:ext>
            </a:extLst>
          </p:cNvPr>
          <p:cNvCxnSpPr>
            <a:cxnSpLocks/>
          </p:cNvCxnSpPr>
          <p:nvPr/>
        </p:nvCxnSpPr>
        <p:spPr>
          <a:xfrm flipV="1">
            <a:off x="4559300" y="2100896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F6A74F2-69CA-58B7-663D-4E591E92925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743754" y="4862541"/>
            <a:ext cx="11021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47ED147-D57F-EEE5-680E-D5D7D1FDE8A8}"/>
              </a:ext>
            </a:extLst>
          </p:cNvPr>
          <p:cNvCxnSpPr>
            <a:cxnSpLocks/>
          </p:cNvCxnSpPr>
          <p:nvPr/>
        </p:nvCxnSpPr>
        <p:spPr>
          <a:xfrm flipV="1">
            <a:off x="3743754" y="4568939"/>
            <a:ext cx="0" cy="5908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09E569A-7A36-30F1-D80D-468984EA57A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032968" y="4385733"/>
            <a:ext cx="0" cy="289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26E2319-F4CB-BB8F-FB7B-E92896FADEC0}"/>
              </a:ext>
            </a:extLst>
          </p:cNvPr>
          <p:cNvCxnSpPr>
            <a:cxnSpLocks/>
          </p:cNvCxnSpPr>
          <p:nvPr/>
        </p:nvCxnSpPr>
        <p:spPr>
          <a:xfrm>
            <a:off x="4707001" y="4385733"/>
            <a:ext cx="65193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5C87908-5040-2230-AAF4-6997566A3072}"/>
              </a:ext>
            </a:extLst>
          </p:cNvPr>
          <p:cNvSpPr/>
          <p:nvPr/>
        </p:nvSpPr>
        <p:spPr>
          <a:xfrm>
            <a:off x="7081293" y="22093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3B89672-7546-FD3E-F13A-1DA46F56CFF1}"/>
              </a:ext>
            </a:extLst>
          </p:cNvPr>
          <p:cNvSpPr/>
          <p:nvPr/>
        </p:nvSpPr>
        <p:spPr>
          <a:xfrm>
            <a:off x="5827014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20B697E-2F11-6503-F567-F11A1B5E9B0B}"/>
              </a:ext>
            </a:extLst>
          </p:cNvPr>
          <p:cNvSpPr/>
          <p:nvPr/>
        </p:nvSpPr>
        <p:spPr>
          <a:xfrm>
            <a:off x="6894257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9A62F2A-921D-A0AE-3B60-C42F77CFE191}"/>
              </a:ext>
            </a:extLst>
          </p:cNvPr>
          <p:cNvSpPr/>
          <p:nvPr/>
        </p:nvSpPr>
        <p:spPr>
          <a:xfrm>
            <a:off x="758991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3DD3E1B-F8D8-287A-3F37-A5E1F22A20A9}"/>
              </a:ext>
            </a:extLst>
          </p:cNvPr>
          <p:cNvSpPr/>
          <p:nvPr/>
        </p:nvSpPr>
        <p:spPr>
          <a:xfrm>
            <a:off x="826975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92E78A-172D-4E49-D74D-27D2E28B90D0}"/>
              </a:ext>
            </a:extLst>
          </p:cNvPr>
          <p:cNvSpPr/>
          <p:nvPr/>
        </p:nvSpPr>
        <p:spPr>
          <a:xfrm>
            <a:off x="894959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E715B5-7921-8F78-903D-C1A6414F2497}"/>
              </a:ext>
            </a:extLst>
          </p:cNvPr>
          <p:cNvSpPr/>
          <p:nvPr/>
        </p:nvSpPr>
        <p:spPr>
          <a:xfrm>
            <a:off x="962943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0997393-0F3E-0D00-6B54-6327AE26AA76}"/>
              </a:ext>
            </a:extLst>
          </p:cNvPr>
          <p:cNvSpPr/>
          <p:nvPr/>
        </p:nvSpPr>
        <p:spPr>
          <a:xfrm>
            <a:off x="10309279" y="467550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F118718-4E82-CB8F-4131-5129C9D60E41}"/>
              </a:ext>
            </a:extLst>
          </p:cNvPr>
          <p:cNvSpPr/>
          <p:nvPr/>
        </p:nvSpPr>
        <p:spPr>
          <a:xfrm>
            <a:off x="10997925" y="4675504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BC10725-808C-7457-B6E0-3EB87F9EAE69}"/>
              </a:ext>
            </a:extLst>
          </p:cNvPr>
          <p:cNvCxnSpPr>
            <a:cxnSpLocks/>
            <a:stCxn id="5" idx="6"/>
            <a:endCxn id="49" idx="1"/>
          </p:cNvCxnSpPr>
          <p:nvPr/>
        </p:nvCxnSpPr>
        <p:spPr>
          <a:xfrm>
            <a:off x="5220004" y="4862541"/>
            <a:ext cx="6070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81C3FFF6-B25E-A76B-5B6F-B28ADA0D9A8B}"/>
              </a:ext>
            </a:extLst>
          </p:cNvPr>
          <p:cNvCxnSpPr>
            <a:cxnSpLocks/>
            <a:stCxn id="3" idx="6"/>
            <a:endCxn id="48" idx="1"/>
          </p:cNvCxnSpPr>
          <p:nvPr/>
        </p:nvCxnSpPr>
        <p:spPr>
          <a:xfrm flipV="1">
            <a:off x="5220004" y="2396339"/>
            <a:ext cx="1861289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DA9BE15F-791A-5AB1-6724-401E42C6EE54}"/>
              </a:ext>
            </a:extLst>
          </p:cNvPr>
          <p:cNvSpPr/>
          <p:nvPr/>
        </p:nvSpPr>
        <p:spPr>
          <a:xfrm>
            <a:off x="589629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AD74882-428D-1111-9043-F3CA48123AC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1073754" y="1593525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7730567-BAFE-F76D-DA36-B25CDAF9428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1073754" y="2209304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5DD28E4F-7064-D943-89BC-E88BA06CE0C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073753" y="2823784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F7D5F9D4-B75A-8FC5-279A-D50F83821A5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3753" y="3439563"/>
            <a:ext cx="2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738723FD-6D2F-E820-28E8-64BB9C828B0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73754" y="4054043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68CEBAB7-1C83-44B4-9CBA-15D1D755E45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73754" y="4669822"/>
            <a:ext cx="0" cy="240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0979C22-6E6B-D343-3A6C-22DADAA314F2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073753" y="5284302"/>
            <a:ext cx="1" cy="241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97F5C61B-A545-5730-68A1-C7D5E4994B9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73753" y="5900081"/>
            <a:ext cx="0" cy="211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椭圆 235">
            <a:extLst>
              <a:ext uri="{FF2B5EF4-FFF2-40B4-BE49-F238E27FC236}">
                <a16:creationId xmlns:a16="http://schemas.microsoft.com/office/drawing/2014/main" id="{5AB31662-BF0C-259F-7FE5-F8C77CEBDFE1}"/>
              </a:ext>
            </a:extLst>
          </p:cNvPr>
          <p:cNvSpPr/>
          <p:nvPr/>
        </p:nvSpPr>
        <p:spPr>
          <a:xfrm>
            <a:off x="564566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3442F9EA-735F-43DB-0A44-FDD955AF59DE}"/>
              </a:ext>
            </a:extLst>
          </p:cNvPr>
          <p:cNvSpPr/>
          <p:nvPr/>
        </p:nvSpPr>
        <p:spPr>
          <a:xfrm>
            <a:off x="539504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590C3DE8-2DFD-9A56-6DC9-2BCEC851C9EB}"/>
              </a:ext>
            </a:extLst>
          </p:cNvPr>
          <p:cNvSpPr/>
          <p:nvPr/>
        </p:nvSpPr>
        <p:spPr>
          <a:xfrm>
            <a:off x="5144417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0CA02213-EC3F-B8AB-B32A-4EC83685148F}"/>
              </a:ext>
            </a:extLst>
          </p:cNvPr>
          <p:cNvSpPr/>
          <p:nvPr/>
        </p:nvSpPr>
        <p:spPr>
          <a:xfrm>
            <a:off x="4893791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660A9BAB-ECD4-A453-F94F-68AF2AE89B7B}"/>
              </a:ext>
            </a:extLst>
          </p:cNvPr>
          <p:cNvSpPr/>
          <p:nvPr/>
        </p:nvSpPr>
        <p:spPr>
          <a:xfrm>
            <a:off x="4643165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545FC7E0-8F38-7FD5-17E6-2DF22925DD97}"/>
              </a:ext>
            </a:extLst>
          </p:cNvPr>
          <p:cNvSpPr/>
          <p:nvPr/>
        </p:nvSpPr>
        <p:spPr>
          <a:xfrm>
            <a:off x="4392539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CA2C9071-85AF-B317-F02C-5A043E2AC9EA}"/>
              </a:ext>
            </a:extLst>
          </p:cNvPr>
          <p:cNvSpPr/>
          <p:nvPr/>
        </p:nvSpPr>
        <p:spPr>
          <a:xfrm>
            <a:off x="4141913" y="388570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05E24319-F3F5-7D5D-11B1-7CF8640D690A}"/>
              </a:ext>
            </a:extLst>
          </p:cNvPr>
          <p:cNvSpPr/>
          <p:nvPr/>
        </p:nvSpPr>
        <p:spPr>
          <a:xfrm>
            <a:off x="3378006" y="420743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6802DC06-B47D-A0F5-8105-B7BB4CCFA3A8}"/>
              </a:ext>
            </a:extLst>
          </p:cNvPr>
          <p:cNvSpPr/>
          <p:nvPr/>
        </p:nvSpPr>
        <p:spPr>
          <a:xfrm>
            <a:off x="3366587" y="452795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DA0DF657-6914-9D84-7B6B-2ACADE45EE05}"/>
              </a:ext>
            </a:extLst>
          </p:cNvPr>
          <p:cNvSpPr/>
          <p:nvPr/>
        </p:nvSpPr>
        <p:spPr>
          <a:xfrm>
            <a:off x="3366587" y="480237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873FE499-4AB7-D887-7FA2-315233256C29}"/>
              </a:ext>
            </a:extLst>
          </p:cNvPr>
          <p:cNvSpPr/>
          <p:nvPr/>
        </p:nvSpPr>
        <p:spPr>
          <a:xfrm>
            <a:off x="3366587" y="507680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A44A35A3-75F6-BE19-C86B-7FB1C29DC56B}"/>
              </a:ext>
            </a:extLst>
          </p:cNvPr>
          <p:cNvSpPr/>
          <p:nvPr/>
        </p:nvSpPr>
        <p:spPr>
          <a:xfrm>
            <a:off x="3366587" y="5351229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B5EBDA83-3BEA-D7E8-7A91-7EF62A2D4034}"/>
              </a:ext>
            </a:extLst>
          </p:cNvPr>
          <p:cNvSpPr/>
          <p:nvPr/>
        </p:nvSpPr>
        <p:spPr>
          <a:xfrm>
            <a:off x="3364540" y="5625655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E3908409-2C39-2ACC-F277-85194D1D97AC}"/>
              </a:ext>
            </a:extLst>
          </p:cNvPr>
          <p:cNvSpPr/>
          <p:nvPr/>
        </p:nvSpPr>
        <p:spPr>
          <a:xfrm>
            <a:off x="3364540" y="5900081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94704050-19FB-3ED2-AD57-64068B60B70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260789" y="6298120"/>
            <a:ext cx="3394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813C9B11-54BE-8978-5A6B-69BEF4C0418B}"/>
              </a:ext>
            </a:extLst>
          </p:cNvPr>
          <p:cNvSpPr/>
          <p:nvPr/>
        </p:nvSpPr>
        <p:spPr>
          <a:xfrm>
            <a:off x="1600200" y="6111083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3" name="连接符: 肘形 352">
            <a:extLst>
              <a:ext uri="{FF2B5EF4-FFF2-40B4-BE49-F238E27FC236}">
                <a16:creationId xmlns:a16="http://schemas.microsoft.com/office/drawing/2014/main" id="{C2032F97-CBE3-B07E-C2FA-8D611F2F0CF0}"/>
              </a:ext>
            </a:extLst>
          </p:cNvPr>
          <p:cNvCxnSpPr>
            <a:cxnSpLocks/>
            <a:stCxn id="253" idx="0"/>
          </p:cNvCxnSpPr>
          <p:nvPr/>
        </p:nvCxnSpPr>
        <p:spPr>
          <a:xfrm rot="16200000" flipV="1">
            <a:off x="1016997" y="1782836"/>
            <a:ext cx="2481353" cy="2367844"/>
          </a:xfrm>
          <a:prstGeom prst="bentConnector3">
            <a:avLst>
              <a:gd name="adj1" fmla="val 10041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E821DBCF-A9E2-51B1-BC5E-BD84C66532DD}"/>
              </a:ext>
            </a:extLst>
          </p:cNvPr>
          <p:cNvCxnSpPr>
            <a:stCxn id="255" idx="2"/>
          </p:cNvCxnSpPr>
          <p:nvPr/>
        </p:nvCxnSpPr>
        <p:spPr>
          <a:xfrm rot="10800000">
            <a:off x="1073753" y="2944638"/>
            <a:ext cx="2292835" cy="1646903"/>
          </a:xfrm>
          <a:prstGeom prst="bentConnector3">
            <a:avLst>
              <a:gd name="adj1" fmla="val 2092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A0424627-C649-A536-7ECB-37AC37AA7852}"/>
              </a:ext>
            </a:extLst>
          </p:cNvPr>
          <p:cNvCxnSpPr>
            <a:cxnSpLocks/>
            <a:stCxn id="256" idx="2"/>
          </p:cNvCxnSpPr>
          <p:nvPr/>
        </p:nvCxnSpPr>
        <p:spPr>
          <a:xfrm rot="10800000">
            <a:off x="1073753" y="3559766"/>
            <a:ext cx="2292835" cy="1306200"/>
          </a:xfrm>
          <a:prstGeom prst="bentConnector3">
            <a:avLst>
              <a:gd name="adj1" fmla="val 2867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B55441FB-C494-9E06-8F54-73778CBCDC54}"/>
              </a:ext>
            </a:extLst>
          </p:cNvPr>
          <p:cNvCxnSpPr>
            <a:stCxn id="257" idx="2"/>
          </p:cNvCxnSpPr>
          <p:nvPr/>
        </p:nvCxnSpPr>
        <p:spPr>
          <a:xfrm rot="10800000">
            <a:off x="1073753" y="4802378"/>
            <a:ext cx="2292835" cy="338015"/>
          </a:xfrm>
          <a:prstGeom prst="bentConnector3">
            <a:avLst>
              <a:gd name="adj1" fmla="val 3379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连接符: 肘形 369">
            <a:extLst>
              <a:ext uri="{FF2B5EF4-FFF2-40B4-BE49-F238E27FC236}">
                <a16:creationId xmlns:a16="http://schemas.microsoft.com/office/drawing/2014/main" id="{2C36C231-90E1-18CA-3CCB-D184D04B3250}"/>
              </a:ext>
            </a:extLst>
          </p:cNvPr>
          <p:cNvCxnSpPr>
            <a:cxnSpLocks/>
            <a:stCxn id="259" idx="2"/>
          </p:cNvCxnSpPr>
          <p:nvPr/>
        </p:nvCxnSpPr>
        <p:spPr>
          <a:xfrm rot="10800000" flipV="1">
            <a:off x="1416050" y="5689244"/>
            <a:ext cx="1948490" cy="608876"/>
          </a:xfrm>
          <a:prstGeom prst="bentConnector3">
            <a:avLst>
              <a:gd name="adj1" fmla="val 10181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AEC7C7CE-801F-2DBA-C4C4-6AB1F9FD9D4A}"/>
              </a:ext>
            </a:extLst>
          </p:cNvPr>
          <p:cNvCxnSpPr>
            <a:cxnSpLocks/>
            <a:stCxn id="272" idx="3"/>
            <a:endCxn id="260" idx="2"/>
          </p:cNvCxnSpPr>
          <p:nvPr/>
        </p:nvCxnSpPr>
        <p:spPr>
          <a:xfrm flipV="1">
            <a:off x="1974273" y="5963670"/>
            <a:ext cx="1390267" cy="334450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6294357C-7EE3-631A-C27F-51CC25C872EF}"/>
              </a:ext>
            </a:extLst>
          </p:cNvPr>
          <p:cNvCxnSpPr>
            <a:stCxn id="258" idx="2"/>
          </p:cNvCxnSpPr>
          <p:nvPr/>
        </p:nvCxnSpPr>
        <p:spPr>
          <a:xfrm flipH="1" flipV="1">
            <a:off x="1073752" y="5410200"/>
            <a:ext cx="2292835" cy="461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文本框 381">
            <a:extLst>
              <a:ext uri="{FF2B5EF4-FFF2-40B4-BE49-F238E27FC236}">
                <a16:creationId xmlns:a16="http://schemas.microsoft.com/office/drawing/2014/main" id="{90BE046A-4DC3-41BB-4A09-22760E34FDAA}"/>
              </a:ext>
            </a:extLst>
          </p:cNvPr>
          <p:cNvSpPr txBox="1"/>
          <p:nvPr/>
        </p:nvSpPr>
        <p:spPr>
          <a:xfrm>
            <a:off x="3433898" y="4121906"/>
            <a:ext cx="61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{0,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01A42215-0095-7B7A-D2B2-1246D396BE55}"/>
              </a:ext>
            </a:extLst>
          </p:cNvPr>
          <p:cNvSpPr txBox="1"/>
          <p:nvPr/>
        </p:nvSpPr>
        <p:spPr>
          <a:xfrm>
            <a:off x="3418975" y="445050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80F1AD73-2158-76B0-5D2B-E50D32552F56}"/>
              </a:ext>
            </a:extLst>
          </p:cNvPr>
          <p:cNvSpPr txBox="1"/>
          <p:nvPr/>
        </p:nvSpPr>
        <p:spPr>
          <a:xfrm>
            <a:off x="3409426" y="471663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34059C6B-7834-D66E-F50D-A7DF89F604E9}"/>
              </a:ext>
            </a:extLst>
          </p:cNvPr>
          <p:cNvSpPr txBox="1"/>
          <p:nvPr/>
        </p:nvSpPr>
        <p:spPr>
          <a:xfrm>
            <a:off x="3401436" y="498749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C19F240D-AB32-2B90-AF11-44359CC4166C}"/>
              </a:ext>
            </a:extLst>
          </p:cNvPr>
          <p:cNvSpPr txBox="1"/>
          <p:nvPr/>
        </p:nvSpPr>
        <p:spPr>
          <a:xfrm>
            <a:off x="3422303" y="527503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528E04EE-B2FF-ED6D-15E5-FF4C5C9521A7}"/>
              </a:ext>
            </a:extLst>
          </p:cNvPr>
          <p:cNvSpPr txBox="1"/>
          <p:nvPr/>
        </p:nvSpPr>
        <p:spPr>
          <a:xfrm>
            <a:off x="3401436" y="5546186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4D704364-A935-392C-9CDE-F2CE52FD8EB4}"/>
              </a:ext>
            </a:extLst>
          </p:cNvPr>
          <p:cNvSpPr txBox="1"/>
          <p:nvPr/>
        </p:nvSpPr>
        <p:spPr>
          <a:xfrm>
            <a:off x="3409426" y="5817340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565B8CF7-F950-CB38-902F-44106F4A8A4B}"/>
              </a:ext>
            </a:extLst>
          </p:cNvPr>
          <p:cNvSpPr txBox="1"/>
          <p:nvPr/>
        </p:nvSpPr>
        <p:spPr>
          <a:xfrm>
            <a:off x="5767174" y="4012827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EF4033A9-2B31-FDB3-14D5-431FB7CC64EE}"/>
              </a:ext>
            </a:extLst>
          </p:cNvPr>
          <p:cNvSpPr txBox="1"/>
          <p:nvPr/>
        </p:nvSpPr>
        <p:spPr>
          <a:xfrm>
            <a:off x="5484360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{1}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21FDD003-4817-4032-1827-8823A00E7F6E}"/>
              </a:ext>
            </a:extLst>
          </p:cNvPr>
          <p:cNvSpPr txBox="1"/>
          <p:nvPr/>
        </p:nvSpPr>
        <p:spPr>
          <a:xfrm>
            <a:off x="5250878" y="401911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563CB0BB-4818-6171-D2AC-F36C5108B2FB}"/>
              </a:ext>
            </a:extLst>
          </p:cNvPr>
          <p:cNvSpPr txBox="1"/>
          <p:nvPr/>
        </p:nvSpPr>
        <p:spPr>
          <a:xfrm>
            <a:off x="4770343" y="402765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{4}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D3A976E7-3597-1764-3599-96B4FAF9B0B4}"/>
              </a:ext>
            </a:extLst>
          </p:cNvPr>
          <p:cNvSpPr txBox="1"/>
          <p:nvPr/>
        </p:nvSpPr>
        <p:spPr>
          <a:xfrm>
            <a:off x="5019195" y="402160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{3}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1B881B5C-C710-BAF2-C015-2779F1B9B7A5}"/>
              </a:ext>
            </a:extLst>
          </p:cNvPr>
          <p:cNvSpPr txBox="1"/>
          <p:nvPr/>
        </p:nvSpPr>
        <p:spPr>
          <a:xfrm>
            <a:off x="4515484" y="4025392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08A163A2-6FF8-5965-680C-170106671E69}"/>
              </a:ext>
            </a:extLst>
          </p:cNvPr>
          <p:cNvSpPr txBox="1"/>
          <p:nvPr/>
        </p:nvSpPr>
        <p:spPr>
          <a:xfrm>
            <a:off x="4265845" y="4019114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{6}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56527A42-C895-190F-6A2B-161CCAF3886D}"/>
              </a:ext>
            </a:extLst>
          </p:cNvPr>
          <p:cNvSpPr txBox="1"/>
          <p:nvPr/>
        </p:nvSpPr>
        <p:spPr>
          <a:xfrm>
            <a:off x="3985630" y="4022255"/>
            <a:ext cx="356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E6764DD3-29E1-11A9-F143-3BE43AF1E3F5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201087" y="4862541"/>
            <a:ext cx="6931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E597F01E-F976-ABEC-2BBA-5E93CE966325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7268330" y="4862541"/>
            <a:ext cx="32158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3679A14D-6D50-E1B6-B6FE-A2CAC93F6560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796399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1535F9E7-B512-D319-0796-D62C2E65D385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864383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E0C71C27-EF62-F6EB-88E0-D0D439CD639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932367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D7D8377E-D5D3-2233-EE66-DD20B2682734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0003512" y="4862542"/>
            <a:ext cx="305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7C6B44AA-67C2-DA3E-5620-300E9CBA6DE7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10683352" y="4862541"/>
            <a:ext cx="31457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9AC4B45D-2C19-5276-0917-15E2D73F1049}"/>
              </a:ext>
            </a:extLst>
          </p:cNvPr>
          <p:cNvSpPr txBox="1"/>
          <p:nvPr/>
        </p:nvSpPr>
        <p:spPr>
          <a:xfrm>
            <a:off x="4392288" y="1555426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A3B3840A-25F0-74C5-E40A-2B21E54FCAE7}"/>
              </a:ext>
            </a:extLst>
          </p:cNvPr>
          <p:cNvSpPr/>
          <p:nvPr/>
        </p:nvSpPr>
        <p:spPr>
          <a:xfrm>
            <a:off x="4952911" y="1416333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5640561D-08B0-EB50-16BD-EDB4BA764833}"/>
              </a:ext>
            </a:extLst>
          </p:cNvPr>
          <p:cNvCxnSpPr>
            <a:cxnSpLocks/>
            <a:stCxn id="58" idx="3"/>
            <a:endCxn id="424" idx="0"/>
          </p:cNvCxnSpPr>
          <p:nvPr/>
        </p:nvCxnSpPr>
        <p:spPr>
          <a:xfrm flipH="1" flipV="1">
            <a:off x="5016500" y="1416333"/>
            <a:ext cx="6355498" cy="3446208"/>
          </a:xfrm>
          <a:prstGeom prst="bentConnector4">
            <a:avLst>
              <a:gd name="adj1" fmla="val -3597"/>
              <a:gd name="adj2" fmla="val 10663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>
            <a:extLst>
              <a:ext uri="{FF2B5EF4-FFF2-40B4-BE49-F238E27FC236}">
                <a16:creationId xmlns:a16="http://schemas.microsoft.com/office/drawing/2014/main" id="{FB6425D1-5C47-DECD-86D9-028679AA32DA}"/>
              </a:ext>
            </a:extLst>
          </p:cNvPr>
          <p:cNvCxnSpPr>
            <a:cxnSpLocks/>
            <a:stCxn id="48" idx="3"/>
            <a:endCxn id="438" idx="4"/>
          </p:cNvCxnSpPr>
          <p:nvPr/>
        </p:nvCxnSpPr>
        <p:spPr>
          <a:xfrm flipH="1">
            <a:off x="4246302" y="2396339"/>
            <a:ext cx="3209064" cy="310653"/>
          </a:xfrm>
          <a:prstGeom prst="bentConnector4">
            <a:avLst>
              <a:gd name="adj1" fmla="val -7124"/>
              <a:gd name="adj2" fmla="val 17358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椭圆 436">
            <a:extLst>
              <a:ext uri="{FF2B5EF4-FFF2-40B4-BE49-F238E27FC236}">
                <a16:creationId xmlns:a16="http://schemas.microsoft.com/office/drawing/2014/main" id="{5D92DE2B-DC3E-E794-91EF-9929F3E30B4E}"/>
              </a:ext>
            </a:extLst>
          </p:cNvPr>
          <p:cNvSpPr/>
          <p:nvPr/>
        </p:nvSpPr>
        <p:spPr>
          <a:xfrm>
            <a:off x="4186213" y="2022267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11CFCF93-54E1-AFB9-9516-4CDAB7A857C1}"/>
              </a:ext>
            </a:extLst>
          </p:cNvPr>
          <p:cNvSpPr/>
          <p:nvPr/>
        </p:nvSpPr>
        <p:spPr>
          <a:xfrm>
            <a:off x="4182713" y="2579814"/>
            <a:ext cx="127178" cy="1271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33DB6251-0ECF-BBBF-BBE7-200B8382B595}"/>
              </a:ext>
            </a:extLst>
          </p:cNvPr>
          <p:cNvCxnSpPr/>
          <p:nvPr/>
        </p:nvCxnSpPr>
        <p:spPr>
          <a:xfrm flipV="1">
            <a:off x="6673850" y="3439563"/>
            <a:ext cx="0" cy="1415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5DC5B328-1E11-570C-4C2D-5915E16DF8F8}"/>
              </a:ext>
            </a:extLst>
          </p:cNvPr>
          <p:cNvCxnSpPr>
            <a:cxnSpLocks/>
          </p:cNvCxnSpPr>
          <p:nvPr/>
        </p:nvCxnSpPr>
        <p:spPr>
          <a:xfrm>
            <a:off x="3970884" y="3429000"/>
            <a:ext cx="2722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E9DE9DEE-316B-20F0-47ED-29EC2BB39DAC}"/>
              </a:ext>
            </a:extLst>
          </p:cNvPr>
          <p:cNvCxnSpPr>
            <a:cxnSpLocks/>
          </p:cNvCxnSpPr>
          <p:nvPr/>
        </p:nvCxnSpPr>
        <p:spPr>
          <a:xfrm>
            <a:off x="3981450" y="2062300"/>
            <a:ext cx="0" cy="13667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F19996F3-B345-C410-F7EE-231A669AE75E}"/>
              </a:ext>
            </a:extLst>
          </p:cNvPr>
          <p:cNvCxnSpPr>
            <a:cxnSpLocks/>
            <a:stCxn id="437" idx="2"/>
          </p:cNvCxnSpPr>
          <p:nvPr/>
        </p:nvCxnSpPr>
        <p:spPr>
          <a:xfrm flipH="1">
            <a:off x="3956050" y="2085856"/>
            <a:ext cx="23016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349999BB-E442-2B42-1D66-5AB6D60BBE05}"/>
              </a:ext>
            </a:extLst>
          </p:cNvPr>
          <p:cNvSpPr txBox="1"/>
          <p:nvPr/>
        </p:nvSpPr>
        <p:spPr>
          <a:xfrm>
            <a:off x="4226776" y="2639893"/>
            <a:ext cx="128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{2,3,4,5,6,7}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95B9D1DA-9E31-48DE-8755-195E0A1EC8FE}"/>
              </a:ext>
            </a:extLst>
          </p:cNvPr>
          <p:cNvSpPr txBox="1"/>
          <p:nvPr/>
        </p:nvSpPr>
        <p:spPr>
          <a:xfrm>
            <a:off x="4035907" y="1718460"/>
            <a:ext cx="374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C431073-2608-450D-B262-89CEFAE32CE3}"/>
                  </a:ext>
                </a:extLst>
              </p:cNvPr>
              <p:cNvSpPr txBox="1"/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C431073-2608-450D-B262-89CEFAE32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8" y="2141934"/>
                <a:ext cx="56105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8B33BBE-7EE5-1DD5-D20A-D1FF2937C51D}"/>
                  </a:ext>
                </a:extLst>
              </p:cNvPr>
              <p:cNvSpPr txBox="1"/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8B33BBE-7EE5-1DD5-D20A-D1FF2937C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5" y="1527454"/>
                <a:ext cx="5610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0EC777-219D-5281-D417-6F4D5DA7D6F0}"/>
                  </a:ext>
                </a:extLst>
              </p:cNvPr>
              <p:cNvSpPr txBox="1"/>
              <p:nvPr/>
            </p:nvSpPr>
            <p:spPr>
              <a:xfrm>
                <a:off x="11087488" y="5089553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0EC777-219D-5281-D417-6F4D5DA7D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488" y="5089553"/>
                <a:ext cx="9199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C9B204B-E456-83C6-AA75-D0637F5A783D}"/>
                  </a:ext>
                </a:extLst>
              </p:cNvPr>
              <p:cNvSpPr txBox="1"/>
              <p:nvPr/>
            </p:nvSpPr>
            <p:spPr>
              <a:xfrm>
                <a:off x="10687030" y="5090316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C9B204B-E456-83C6-AA75-D0637F5A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030" y="5090316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C089F63-E4EF-4228-723A-8AAC06F1F4E8}"/>
                  </a:ext>
                </a:extLst>
              </p:cNvPr>
              <p:cNvSpPr txBox="1"/>
              <p:nvPr/>
            </p:nvSpPr>
            <p:spPr>
              <a:xfrm>
                <a:off x="10146084" y="508265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C089F63-E4EF-4228-723A-8AAC06F1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084" y="5082659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EBA1194-46E7-907B-357D-EB8B9B76684A}"/>
                  </a:ext>
                </a:extLst>
              </p:cNvPr>
              <p:cNvSpPr txBox="1"/>
              <p:nvPr/>
            </p:nvSpPr>
            <p:spPr>
              <a:xfrm>
                <a:off x="9466244" y="508302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EBA1194-46E7-907B-357D-EB8B9B766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244" y="5083027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C9FF900-0681-A154-973B-167D14E5C301}"/>
                  </a:ext>
                </a:extLst>
              </p:cNvPr>
              <p:cNvSpPr txBox="1"/>
              <p:nvPr/>
            </p:nvSpPr>
            <p:spPr>
              <a:xfrm>
                <a:off x="8754374" y="5082659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C9FF900-0681-A154-973B-167D14E5C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374" y="5082659"/>
                <a:ext cx="33374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BAFC99D-1D10-1C26-C696-05C58BAD3DA2}"/>
                  </a:ext>
                </a:extLst>
              </p:cNvPr>
              <p:cNvSpPr txBox="1"/>
              <p:nvPr/>
            </p:nvSpPr>
            <p:spPr>
              <a:xfrm>
                <a:off x="7898856" y="5080762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BAFC99D-1D10-1C26-C696-05C58BAD3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856" y="5080762"/>
                <a:ext cx="33374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11E859-3667-30FF-DCCE-74FB1B5CE94B}"/>
                  </a:ext>
                </a:extLst>
              </p:cNvPr>
              <p:cNvSpPr txBox="1"/>
              <p:nvPr/>
            </p:nvSpPr>
            <p:spPr>
              <a:xfrm>
                <a:off x="7254368" y="506821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11E859-3667-30FF-DCCE-74FB1B5C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368" y="5068217"/>
                <a:ext cx="3337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AF73B91-5AB7-638C-B350-EABBDEC7EE7E}"/>
                  </a:ext>
                </a:extLst>
              </p:cNvPr>
              <p:cNvSpPr txBox="1"/>
              <p:nvPr/>
            </p:nvSpPr>
            <p:spPr>
              <a:xfrm>
                <a:off x="250658" y="274616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AF73B91-5AB7-638C-B350-EABBDEC7E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58" y="2746169"/>
                <a:ext cx="5610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EBD081E-941D-4685-6CEB-199344334C48}"/>
                  </a:ext>
                </a:extLst>
              </p:cNvPr>
              <p:cNvSpPr txBox="1"/>
              <p:nvPr/>
            </p:nvSpPr>
            <p:spPr>
              <a:xfrm>
                <a:off x="6030063" y="5042564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EBD081E-941D-4685-6CEB-199344334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063" y="5042564"/>
                <a:ext cx="91993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39E0F5C-6D99-8681-6F2F-C944F0F28762}"/>
                  </a:ext>
                </a:extLst>
              </p:cNvPr>
              <p:cNvSpPr txBox="1"/>
              <p:nvPr/>
            </p:nvSpPr>
            <p:spPr>
              <a:xfrm>
                <a:off x="5271595" y="2956122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39E0F5C-6D99-8681-6F2F-C944F0F2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95" y="2956122"/>
                <a:ext cx="181992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6EF2330-196D-A20A-B462-CCBEE1E8351A}"/>
                  </a:ext>
                </a:extLst>
              </p:cNvPr>
              <p:cNvSpPr txBox="1"/>
              <p:nvPr/>
            </p:nvSpPr>
            <p:spPr>
              <a:xfrm>
                <a:off x="3331789" y="1445015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6EF2330-196D-A20A-B462-CCBEE1E83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789" y="1445015"/>
                <a:ext cx="91993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29589F3-2F77-5717-53FC-5E113C1E3801}"/>
                  </a:ext>
                </a:extLst>
              </p:cNvPr>
              <p:cNvSpPr txBox="1"/>
              <p:nvPr/>
            </p:nvSpPr>
            <p:spPr>
              <a:xfrm>
                <a:off x="5094119" y="1164299"/>
                <a:ext cx="919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29589F3-2F77-5717-53FC-5E113C1E3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119" y="1164299"/>
                <a:ext cx="91993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281BED8-13EE-2097-424D-2069FAB1BE65}"/>
                  </a:ext>
                </a:extLst>
              </p:cNvPr>
              <p:cNvSpPr txBox="1"/>
              <p:nvPr/>
            </p:nvSpPr>
            <p:spPr>
              <a:xfrm>
                <a:off x="5240687" y="2055020"/>
                <a:ext cx="181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281BED8-13EE-2097-424D-2069FAB1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687" y="2055020"/>
                <a:ext cx="1819921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BF4C44B-24E6-DF79-1E3A-04A3A4EA7410}"/>
                  </a:ext>
                </a:extLst>
              </p:cNvPr>
              <p:cNvSpPr txBox="1"/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BF4C44B-24E6-DF79-1E3A-04A3A4EA7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3" y="979257"/>
                <a:ext cx="4622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455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AE8E-332D-0597-79A7-FD79F568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42581-7A3C-30D4-7986-74DD134EF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25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87426F-3C1B-982E-DCD4-838D17DC6B85}"/>
              </a:ext>
            </a:extLst>
          </p:cNvPr>
          <p:cNvSpPr/>
          <p:nvPr/>
        </p:nvSpPr>
        <p:spPr>
          <a:xfrm>
            <a:off x="1618410" y="378068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96369-DD1F-C93A-5505-0B605F41F2FB}"/>
              </a:ext>
            </a:extLst>
          </p:cNvPr>
          <p:cNvSpPr txBox="1"/>
          <p:nvPr/>
        </p:nvSpPr>
        <p:spPr>
          <a:xfrm>
            <a:off x="3448050" y="234950"/>
            <a:ext cx="627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滤波器（展开）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48CA6E2-A735-2727-A028-432722EEAFCA}"/>
              </a:ext>
            </a:extLst>
          </p:cNvPr>
          <p:cNvSpPr/>
          <p:nvPr/>
        </p:nvSpPr>
        <p:spPr>
          <a:xfrm>
            <a:off x="2519533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987574-6247-A872-BC63-52C58E7448E0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2706569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558EFB95-72E5-D660-678B-812192C6F5CA}"/>
              </a:ext>
            </a:extLst>
          </p:cNvPr>
          <p:cNvSpPr/>
          <p:nvPr/>
        </p:nvSpPr>
        <p:spPr>
          <a:xfrm>
            <a:off x="2519532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D4A2A93-6917-1339-2F2C-9BB52355B795}"/>
              </a:ext>
            </a:extLst>
          </p:cNvPr>
          <p:cNvSpPr/>
          <p:nvPr/>
        </p:nvSpPr>
        <p:spPr>
          <a:xfrm>
            <a:off x="3794728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7978649-D6F9-1184-CA4A-7E0EDC4E0E98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 flipH="1">
            <a:off x="3981764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363A9D8-3A03-5AB4-9505-0931E1DED36F}"/>
              </a:ext>
            </a:extLst>
          </p:cNvPr>
          <p:cNvSpPr/>
          <p:nvPr/>
        </p:nvSpPr>
        <p:spPr>
          <a:xfrm>
            <a:off x="3794727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DDCCE12-3D58-1F00-BA30-844116A830C7}"/>
              </a:ext>
            </a:extLst>
          </p:cNvPr>
          <p:cNvSpPr/>
          <p:nvPr/>
        </p:nvSpPr>
        <p:spPr>
          <a:xfrm>
            <a:off x="5069922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4AEECA-5E51-A4CA-6948-24FB987029E3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 flipH="1">
            <a:off x="5256958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3F684E56-DF6A-9C6B-100B-462944E34E04}"/>
              </a:ext>
            </a:extLst>
          </p:cNvPr>
          <p:cNvSpPr/>
          <p:nvPr/>
        </p:nvSpPr>
        <p:spPr>
          <a:xfrm>
            <a:off x="5069921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4EB82E4-8DC2-2484-552F-EBD42F905EC6}"/>
              </a:ext>
            </a:extLst>
          </p:cNvPr>
          <p:cNvCxnSpPr>
            <a:cxnSpLocks/>
            <a:stCxn id="34" idx="6"/>
            <a:endCxn id="41" idx="2"/>
          </p:cNvCxnSpPr>
          <p:nvPr/>
        </p:nvCxnSpPr>
        <p:spPr>
          <a:xfrm>
            <a:off x="5443994" y="2828107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7B4F10AF-B89A-CEBA-908E-EBA563F2B7C7}"/>
              </a:ext>
            </a:extLst>
          </p:cNvPr>
          <p:cNvSpPr/>
          <p:nvPr/>
        </p:nvSpPr>
        <p:spPr>
          <a:xfrm>
            <a:off x="6345115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77C8236-5EF5-C459-DD52-0BD0215FCC82}"/>
              </a:ext>
            </a:extLst>
          </p:cNvPr>
          <p:cNvCxnSpPr>
            <a:cxnSpLocks/>
            <a:stCxn id="39" idx="4"/>
            <a:endCxn id="41" idx="0"/>
          </p:cNvCxnSpPr>
          <p:nvPr/>
        </p:nvCxnSpPr>
        <p:spPr>
          <a:xfrm flipH="1">
            <a:off x="6532151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E6E554D3-4EDD-F711-A5DA-73825EC8E955}"/>
              </a:ext>
            </a:extLst>
          </p:cNvPr>
          <p:cNvSpPr/>
          <p:nvPr/>
        </p:nvSpPr>
        <p:spPr>
          <a:xfrm>
            <a:off x="6345114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2803042-EE50-FB1F-3502-6D288A475BC6}"/>
              </a:ext>
            </a:extLst>
          </p:cNvPr>
          <p:cNvCxnSpPr>
            <a:cxnSpLocks/>
            <a:stCxn id="41" idx="6"/>
            <a:endCxn id="55" idx="2"/>
          </p:cNvCxnSpPr>
          <p:nvPr/>
        </p:nvCxnSpPr>
        <p:spPr>
          <a:xfrm>
            <a:off x="6719187" y="2828107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5587011A-BB42-B457-CF61-61300F5E35CB}"/>
              </a:ext>
            </a:extLst>
          </p:cNvPr>
          <p:cNvSpPr/>
          <p:nvPr/>
        </p:nvSpPr>
        <p:spPr>
          <a:xfrm>
            <a:off x="7620307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5C5DA8B-CA00-62AB-D0B0-3ECA8306365B}"/>
              </a:ext>
            </a:extLst>
          </p:cNvPr>
          <p:cNvCxnSpPr>
            <a:cxnSpLocks/>
            <a:stCxn id="53" idx="4"/>
            <a:endCxn id="55" idx="0"/>
          </p:cNvCxnSpPr>
          <p:nvPr/>
        </p:nvCxnSpPr>
        <p:spPr>
          <a:xfrm flipH="1">
            <a:off x="7807343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A33A7140-6C2B-A4CC-CB8C-BB8ABA664FEB}"/>
              </a:ext>
            </a:extLst>
          </p:cNvPr>
          <p:cNvSpPr/>
          <p:nvPr/>
        </p:nvSpPr>
        <p:spPr>
          <a:xfrm>
            <a:off x="7620306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43388F7-308B-B7A7-07B3-95279E9A7BCB}"/>
              </a:ext>
            </a:extLst>
          </p:cNvPr>
          <p:cNvCxnSpPr>
            <a:cxnSpLocks/>
            <a:stCxn id="55" idx="6"/>
            <a:endCxn id="69" idx="2"/>
          </p:cNvCxnSpPr>
          <p:nvPr/>
        </p:nvCxnSpPr>
        <p:spPr>
          <a:xfrm>
            <a:off x="7994379" y="2828107"/>
            <a:ext cx="9011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73971540-5AC7-0A78-3966-99D0D3ADB558}"/>
              </a:ext>
            </a:extLst>
          </p:cNvPr>
          <p:cNvSpPr/>
          <p:nvPr/>
        </p:nvSpPr>
        <p:spPr>
          <a:xfrm>
            <a:off x="8895497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0208642-0881-6015-3162-C8422152F6A2}"/>
              </a:ext>
            </a:extLst>
          </p:cNvPr>
          <p:cNvCxnSpPr>
            <a:cxnSpLocks/>
            <a:stCxn id="60" idx="4"/>
            <a:endCxn id="69" idx="0"/>
          </p:cNvCxnSpPr>
          <p:nvPr/>
        </p:nvCxnSpPr>
        <p:spPr>
          <a:xfrm flipH="1">
            <a:off x="9082533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EFA5C41B-847C-17F4-4F88-F5020C2E8D5D}"/>
              </a:ext>
            </a:extLst>
          </p:cNvPr>
          <p:cNvSpPr/>
          <p:nvPr/>
        </p:nvSpPr>
        <p:spPr>
          <a:xfrm>
            <a:off x="8895496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DCAEF9B-415C-BF95-DFEB-55981C0864FC}"/>
              </a:ext>
            </a:extLst>
          </p:cNvPr>
          <p:cNvCxnSpPr>
            <a:cxnSpLocks/>
            <a:stCxn id="69" idx="6"/>
            <a:endCxn id="89" idx="2"/>
          </p:cNvCxnSpPr>
          <p:nvPr/>
        </p:nvCxnSpPr>
        <p:spPr>
          <a:xfrm>
            <a:off x="9269569" y="2828107"/>
            <a:ext cx="901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6D7C1248-57B0-0404-98AB-3587330A2FFD}"/>
              </a:ext>
            </a:extLst>
          </p:cNvPr>
          <p:cNvSpPr/>
          <p:nvPr/>
        </p:nvSpPr>
        <p:spPr>
          <a:xfrm>
            <a:off x="10170686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C0BEBE17-F7C0-BC30-B725-6D76EA9F3BCC}"/>
              </a:ext>
            </a:extLst>
          </p:cNvPr>
          <p:cNvCxnSpPr>
            <a:cxnSpLocks/>
            <a:stCxn id="80" idx="4"/>
            <a:endCxn id="89" idx="0"/>
          </p:cNvCxnSpPr>
          <p:nvPr/>
        </p:nvCxnSpPr>
        <p:spPr>
          <a:xfrm flipH="1">
            <a:off x="10357722" y="2221739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F7A8AEE1-1411-273D-52A5-DACA5F262036}"/>
              </a:ext>
            </a:extLst>
          </p:cNvPr>
          <p:cNvSpPr/>
          <p:nvPr/>
        </p:nvSpPr>
        <p:spPr>
          <a:xfrm>
            <a:off x="10170685" y="2641070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324DBB9-92B6-FD7D-DD0C-E4DC3B993F20}"/>
              </a:ext>
            </a:extLst>
          </p:cNvPr>
          <p:cNvCxnSpPr>
            <a:cxnSpLocks/>
            <a:stCxn id="89" idx="6"/>
          </p:cNvCxnSpPr>
          <p:nvPr/>
        </p:nvCxnSpPr>
        <p:spPr>
          <a:xfrm>
            <a:off x="10544758" y="2828107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F9A564E9-DFFD-3F83-4029-F63FE55E998A}"/>
              </a:ext>
            </a:extLst>
          </p:cNvPr>
          <p:cNvSpPr/>
          <p:nvPr/>
        </p:nvSpPr>
        <p:spPr>
          <a:xfrm>
            <a:off x="1244337" y="1847666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CFE5316A-F3CC-F971-B30E-7A4D974E57F7}"/>
                  </a:ext>
                </a:extLst>
              </p:cNvPr>
              <p:cNvSpPr txBox="1"/>
              <p:nvPr/>
            </p:nvSpPr>
            <p:spPr>
              <a:xfrm>
                <a:off x="329082" y="1215144"/>
                <a:ext cx="856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CFE5316A-F3CC-F971-B30E-7A4D974E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82" y="1215144"/>
                <a:ext cx="85606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DFC5904-D0C8-564F-EFA2-1E88A6CAF7A3}"/>
                  </a:ext>
                </a:extLst>
              </p:cNvPr>
              <p:cNvSpPr txBox="1"/>
              <p:nvPr/>
            </p:nvSpPr>
            <p:spPr>
              <a:xfrm>
                <a:off x="11356275" y="2601666"/>
                <a:ext cx="8606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DFC5904-D0C8-564F-EFA2-1E88A6CA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6275" y="2601666"/>
                <a:ext cx="860685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E8846A8-2248-4FC7-CAB6-CF01174D19FF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891731" y="2034703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5F85C6DC-B2FF-ABD8-5425-7C7CD9FFACD0}"/>
                  </a:ext>
                </a:extLst>
              </p:cNvPr>
              <p:cNvSpPr txBox="1"/>
              <p:nvPr/>
            </p:nvSpPr>
            <p:spPr>
              <a:xfrm>
                <a:off x="232376" y="168812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5F85C6DC-B2FF-ABD8-5425-7C7CD9FFA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76" y="1688124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6A56D238-DC50-41BF-2B79-A130D83E90B1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247306" y="2034703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B67BA67B-1038-ADEE-04CC-BD83C8114B14}"/>
                  </a:ext>
                </a:extLst>
              </p:cNvPr>
              <p:cNvSpPr txBox="1"/>
              <p:nvPr/>
            </p:nvSpPr>
            <p:spPr>
              <a:xfrm>
                <a:off x="1625483" y="1700619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B67BA67B-1038-ADEE-04CC-BD83C811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483" y="1700619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91FB620E-EF5F-F36B-4E1B-CA388CFB4974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420649" y="2034701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E8B68F84-BD4C-A961-C2CC-0A23EA8DD6B7}"/>
                  </a:ext>
                </a:extLst>
              </p:cNvPr>
              <p:cNvSpPr txBox="1"/>
              <p:nvPr/>
            </p:nvSpPr>
            <p:spPr>
              <a:xfrm>
                <a:off x="2858031" y="1684796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E8B68F84-BD4C-A961-C2CC-0A23EA8D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031" y="1684796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5608E665-78B4-511A-55F1-3D2218D17D29}"/>
              </a:ext>
            </a:extLst>
          </p:cNvPr>
          <p:cNvCxnSpPr>
            <a:cxnSpLocks/>
          </p:cNvCxnSpPr>
          <p:nvPr/>
        </p:nvCxnSpPr>
        <p:spPr>
          <a:xfrm>
            <a:off x="4695848" y="2034701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943CDAF-B7A7-2D05-66DF-CD8F9107358D}"/>
                  </a:ext>
                </a:extLst>
              </p:cNvPr>
              <p:cNvSpPr txBox="1"/>
              <p:nvPr/>
            </p:nvSpPr>
            <p:spPr>
              <a:xfrm>
                <a:off x="4119442" y="1693776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943CDAF-B7A7-2D05-66DF-CD8F91073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442" y="1693776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D0CA9197-2812-8779-DFC9-E59D2DD5CC02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71041" y="2034703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D8DB990-3E99-D97D-859E-3C8D0CBC35C9}"/>
                  </a:ext>
                </a:extLst>
              </p:cNvPr>
              <p:cNvSpPr txBox="1"/>
              <p:nvPr/>
            </p:nvSpPr>
            <p:spPr>
              <a:xfrm>
                <a:off x="5554984" y="1693776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D8DB990-3E99-D97D-859E-3C8D0CBC3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984" y="1693776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4EDAA2D-69A2-5032-4BA5-97C9BAB75DBA}"/>
              </a:ext>
            </a:extLst>
          </p:cNvPr>
          <p:cNvCxnSpPr>
            <a:cxnSpLocks/>
          </p:cNvCxnSpPr>
          <p:nvPr/>
        </p:nvCxnSpPr>
        <p:spPr>
          <a:xfrm>
            <a:off x="7246233" y="20387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070FEF2-8263-13AC-3906-8B9292FF0A4C}"/>
                  </a:ext>
                </a:extLst>
              </p:cNvPr>
              <p:cNvSpPr txBox="1"/>
              <p:nvPr/>
            </p:nvSpPr>
            <p:spPr>
              <a:xfrm>
                <a:off x="6685122" y="1684796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070FEF2-8263-13AC-3906-8B9292FF0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122" y="1684796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E0823254-F301-CD65-E555-08B3CEC2AF32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8555483" y="2034703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598AB92-5008-362A-A0B4-0824BD2B000C}"/>
                  </a:ext>
                </a:extLst>
              </p:cNvPr>
              <p:cNvSpPr txBox="1"/>
              <p:nvPr/>
            </p:nvSpPr>
            <p:spPr>
              <a:xfrm>
                <a:off x="8014898" y="1693776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598AB92-5008-362A-A0B4-0824BD2B0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898" y="1693776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DC382D8F-2470-3AA6-601A-4362F8DDFBA5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9796614" y="2034703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DC00EB1-7989-8F92-4D50-AE85E6A36296}"/>
                  </a:ext>
                </a:extLst>
              </p:cNvPr>
              <p:cNvSpPr txBox="1"/>
              <p:nvPr/>
            </p:nvSpPr>
            <p:spPr>
              <a:xfrm>
                <a:off x="9326272" y="1700185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DC00EB1-7989-8F92-4D50-AE85E6A36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272" y="1700185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7BDB214B-74B9-4C0B-AE0E-5CD1470175FD}"/>
              </a:ext>
            </a:extLst>
          </p:cNvPr>
          <p:cNvSpPr/>
          <p:nvPr/>
        </p:nvSpPr>
        <p:spPr>
          <a:xfrm>
            <a:off x="2519534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64D6D66-625F-CC46-A785-C30337DDA14D}"/>
              </a:ext>
            </a:extLst>
          </p:cNvPr>
          <p:cNvSpPr/>
          <p:nvPr/>
        </p:nvSpPr>
        <p:spPr>
          <a:xfrm>
            <a:off x="2519533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CE57EFF-8B1D-9AE4-AECF-2A6444C478D2}"/>
              </a:ext>
            </a:extLst>
          </p:cNvPr>
          <p:cNvSpPr/>
          <p:nvPr/>
        </p:nvSpPr>
        <p:spPr>
          <a:xfrm>
            <a:off x="3794729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060963AF-D1A1-2D44-84C1-97D4CE92A40B}"/>
              </a:ext>
            </a:extLst>
          </p:cNvPr>
          <p:cNvSpPr/>
          <p:nvPr/>
        </p:nvSpPr>
        <p:spPr>
          <a:xfrm>
            <a:off x="3794728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3C3BB266-23D4-4FC8-0063-0C10583D62A9}"/>
              </a:ext>
            </a:extLst>
          </p:cNvPr>
          <p:cNvSpPr/>
          <p:nvPr/>
        </p:nvSpPr>
        <p:spPr>
          <a:xfrm>
            <a:off x="5069923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031D1525-13E8-BF52-776C-4C4563C7728F}"/>
              </a:ext>
            </a:extLst>
          </p:cNvPr>
          <p:cNvSpPr/>
          <p:nvPr/>
        </p:nvSpPr>
        <p:spPr>
          <a:xfrm>
            <a:off x="5069922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5C2B2AF1-AC6D-0386-B7AE-5D6338CADD84}"/>
              </a:ext>
            </a:extLst>
          </p:cNvPr>
          <p:cNvSpPr/>
          <p:nvPr/>
        </p:nvSpPr>
        <p:spPr>
          <a:xfrm>
            <a:off x="6345116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60DC9546-E153-2770-01A2-898960314D0B}"/>
              </a:ext>
            </a:extLst>
          </p:cNvPr>
          <p:cNvSpPr/>
          <p:nvPr/>
        </p:nvSpPr>
        <p:spPr>
          <a:xfrm>
            <a:off x="6345115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7F69025-245F-DF42-7A5E-EB75CA37C82B}"/>
              </a:ext>
            </a:extLst>
          </p:cNvPr>
          <p:cNvCxnSpPr>
            <a:cxnSpLocks/>
            <a:stCxn id="77" idx="6"/>
            <a:endCxn id="86" idx="2"/>
          </p:cNvCxnSpPr>
          <p:nvPr/>
        </p:nvCxnSpPr>
        <p:spPr>
          <a:xfrm>
            <a:off x="6719188" y="5414154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829F792E-2708-3CB1-6815-D625E06C9DF9}"/>
              </a:ext>
            </a:extLst>
          </p:cNvPr>
          <p:cNvSpPr/>
          <p:nvPr/>
        </p:nvSpPr>
        <p:spPr>
          <a:xfrm>
            <a:off x="7620308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977F16E-8DCC-75AC-8797-B7E514C920E2}"/>
              </a:ext>
            </a:extLst>
          </p:cNvPr>
          <p:cNvSpPr/>
          <p:nvPr/>
        </p:nvSpPr>
        <p:spPr>
          <a:xfrm>
            <a:off x="7620307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FD92783C-1E90-B970-F5E8-4C99ACBA98D6}"/>
              </a:ext>
            </a:extLst>
          </p:cNvPr>
          <p:cNvCxnSpPr>
            <a:cxnSpLocks/>
            <a:stCxn id="86" idx="6"/>
            <a:endCxn id="95" idx="2"/>
          </p:cNvCxnSpPr>
          <p:nvPr/>
        </p:nvCxnSpPr>
        <p:spPr>
          <a:xfrm>
            <a:off x="7994380" y="5414154"/>
            <a:ext cx="9011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C05456D7-62B3-5FA9-EA66-F4F202642916}"/>
              </a:ext>
            </a:extLst>
          </p:cNvPr>
          <p:cNvSpPr/>
          <p:nvPr/>
        </p:nvSpPr>
        <p:spPr>
          <a:xfrm>
            <a:off x="8895498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1DDE842B-4170-6367-757A-09B0DAC9D550}"/>
              </a:ext>
            </a:extLst>
          </p:cNvPr>
          <p:cNvSpPr/>
          <p:nvPr/>
        </p:nvSpPr>
        <p:spPr>
          <a:xfrm>
            <a:off x="8895497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19C83F02-981A-326A-EA27-D62F95047F7A}"/>
              </a:ext>
            </a:extLst>
          </p:cNvPr>
          <p:cNvCxnSpPr>
            <a:cxnSpLocks/>
            <a:stCxn id="95" idx="6"/>
            <a:endCxn id="104" idx="2"/>
          </p:cNvCxnSpPr>
          <p:nvPr/>
        </p:nvCxnSpPr>
        <p:spPr>
          <a:xfrm>
            <a:off x="9269570" y="5414154"/>
            <a:ext cx="901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4B7C02D3-43B5-A837-BA74-164ED67F9B0A}"/>
              </a:ext>
            </a:extLst>
          </p:cNvPr>
          <p:cNvSpPr/>
          <p:nvPr/>
        </p:nvSpPr>
        <p:spPr>
          <a:xfrm>
            <a:off x="10170687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C96AAE6-F975-C307-7D81-47080ED4814C}"/>
              </a:ext>
            </a:extLst>
          </p:cNvPr>
          <p:cNvSpPr/>
          <p:nvPr/>
        </p:nvSpPr>
        <p:spPr>
          <a:xfrm>
            <a:off x="10170686" y="522711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293CB663-08F0-0491-7A95-D2BB071DD590}"/>
              </a:ext>
            </a:extLst>
          </p:cNvPr>
          <p:cNvCxnSpPr>
            <a:cxnSpLocks/>
            <a:stCxn id="104" idx="6"/>
          </p:cNvCxnSpPr>
          <p:nvPr/>
        </p:nvCxnSpPr>
        <p:spPr>
          <a:xfrm>
            <a:off x="10544759" y="5414154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54A4A537-804B-1271-3DB1-DBE45CBAE102}"/>
              </a:ext>
            </a:extLst>
          </p:cNvPr>
          <p:cNvSpPr/>
          <p:nvPr/>
        </p:nvSpPr>
        <p:spPr>
          <a:xfrm>
            <a:off x="1244338" y="4433713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D83128F7-B1BD-5F45-BA16-F53142927421}"/>
                  </a:ext>
                </a:extLst>
              </p:cNvPr>
              <p:cNvSpPr txBox="1"/>
              <p:nvPr/>
            </p:nvSpPr>
            <p:spPr>
              <a:xfrm>
                <a:off x="-121133" y="3781852"/>
                <a:ext cx="13051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D83128F7-B1BD-5F45-BA16-F53142927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133" y="3781852"/>
                <a:ext cx="130510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BB8F26D3-EFEB-2332-70A3-ED4C6B5DAC47}"/>
                  </a:ext>
                </a:extLst>
              </p:cNvPr>
              <p:cNvSpPr txBox="1"/>
              <p:nvPr/>
            </p:nvSpPr>
            <p:spPr>
              <a:xfrm>
                <a:off x="10907242" y="5038952"/>
                <a:ext cx="13097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BB8F26D3-EFEB-2332-70A3-ED4C6B5D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242" y="5038952"/>
                <a:ext cx="1309718" cy="400110"/>
              </a:xfrm>
              <a:prstGeom prst="rect">
                <a:avLst/>
              </a:prstGeom>
              <a:blipFill>
                <a:blip r:embed="rId1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ED7BCD1-F9D0-EEEF-C342-ACEEFEA542EF}"/>
              </a:ext>
            </a:extLst>
          </p:cNvPr>
          <p:cNvCxnSpPr>
            <a:cxnSpLocks/>
            <a:endCxn id="111" idx="2"/>
          </p:cNvCxnSpPr>
          <p:nvPr/>
        </p:nvCxnSpPr>
        <p:spPr>
          <a:xfrm>
            <a:off x="891732" y="4620750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827DED1-D8D0-37DA-A2E4-1E207CE1AF73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247307" y="4620750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5BBCCD7B-932D-99CB-34EB-2925DDF09EC6}"/>
                  </a:ext>
                </a:extLst>
              </p:cNvPr>
              <p:cNvSpPr txBox="1"/>
              <p:nvPr/>
            </p:nvSpPr>
            <p:spPr>
              <a:xfrm>
                <a:off x="1625484" y="4286666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5BBCCD7B-932D-99CB-34EB-2925DDF09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484" y="4286666"/>
                <a:ext cx="96520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DFF01203-B484-8953-AE6C-FF1166723BC4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3420650" y="4620748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E3BC0ED-DE8A-C854-7B52-6B372463153B}"/>
                  </a:ext>
                </a:extLst>
              </p:cNvPr>
              <p:cNvSpPr txBox="1"/>
              <p:nvPr/>
            </p:nvSpPr>
            <p:spPr>
              <a:xfrm>
                <a:off x="2858032" y="4270843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E3BC0ED-DE8A-C854-7B52-6B3724631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032" y="4270843"/>
                <a:ext cx="96520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B084F0C-E74C-93D5-745E-06CF5BBF8C20}"/>
              </a:ext>
            </a:extLst>
          </p:cNvPr>
          <p:cNvCxnSpPr>
            <a:cxnSpLocks/>
          </p:cNvCxnSpPr>
          <p:nvPr/>
        </p:nvCxnSpPr>
        <p:spPr>
          <a:xfrm>
            <a:off x="4695849" y="4620748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43D9C91-DBE3-BC05-AC99-85F80E6953C3}"/>
                  </a:ext>
                </a:extLst>
              </p:cNvPr>
              <p:cNvSpPr txBox="1"/>
              <p:nvPr/>
            </p:nvSpPr>
            <p:spPr>
              <a:xfrm>
                <a:off x="4119443" y="4279823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43D9C91-DBE3-BC05-AC99-85F80E695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443" y="4279823"/>
                <a:ext cx="96520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C335E33C-52BC-4319-7CDD-DDDAD3622A1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5971042" y="4620750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2622514F-DF59-6C15-1A76-0344065CAFDD}"/>
                  </a:ext>
                </a:extLst>
              </p:cNvPr>
              <p:cNvSpPr txBox="1"/>
              <p:nvPr/>
            </p:nvSpPr>
            <p:spPr>
              <a:xfrm>
                <a:off x="5537512" y="4279823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2622514F-DF59-6C15-1A76-0344065CA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512" y="4279823"/>
                <a:ext cx="90111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59289A2D-4A55-93B0-A840-EA4ADB344DD1}"/>
              </a:ext>
            </a:extLst>
          </p:cNvPr>
          <p:cNvCxnSpPr>
            <a:cxnSpLocks/>
          </p:cNvCxnSpPr>
          <p:nvPr/>
        </p:nvCxnSpPr>
        <p:spPr>
          <a:xfrm>
            <a:off x="7246234" y="4624786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0AE9C4B-4F08-FD42-C699-03F2DD5C4B78}"/>
                  </a:ext>
                </a:extLst>
              </p:cNvPr>
              <p:cNvSpPr txBox="1"/>
              <p:nvPr/>
            </p:nvSpPr>
            <p:spPr>
              <a:xfrm>
                <a:off x="6685123" y="427084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0AE9C4B-4F08-FD42-C699-03F2DD5C4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123" y="4270843"/>
                <a:ext cx="1013047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426278BD-2663-C20C-9501-69F441EE7938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555484" y="4620750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CAB62EC-F0A4-8139-3304-F60B1A3BA671}"/>
                  </a:ext>
                </a:extLst>
              </p:cNvPr>
              <p:cNvSpPr txBox="1"/>
              <p:nvPr/>
            </p:nvSpPr>
            <p:spPr>
              <a:xfrm>
                <a:off x="8014899" y="42798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CAB62EC-F0A4-8139-3304-F60B1A3BA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899" y="4279823"/>
                <a:ext cx="101304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0BEACE45-EE4F-74D9-94A3-65D26B139369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9796615" y="4620750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485FBD0-A849-4AB8-62DA-552047F2D322}"/>
                  </a:ext>
                </a:extLst>
              </p:cNvPr>
              <p:cNvSpPr txBox="1"/>
              <p:nvPr/>
            </p:nvSpPr>
            <p:spPr>
              <a:xfrm>
                <a:off x="9326273" y="4286232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485FBD0-A849-4AB8-62DA-552047F2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273" y="4286232"/>
                <a:ext cx="1013047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72990939-2B9A-5576-674D-B1689EB220FC}"/>
              </a:ext>
            </a:extLst>
          </p:cNvPr>
          <p:cNvCxnSpPr>
            <a:cxnSpLocks/>
          </p:cNvCxnSpPr>
          <p:nvPr/>
        </p:nvCxnSpPr>
        <p:spPr>
          <a:xfrm flipH="1">
            <a:off x="2706568" y="481967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365F0760-559C-3DA9-B688-3B0E847E5737}"/>
              </a:ext>
            </a:extLst>
          </p:cNvPr>
          <p:cNvCxnSpPr>
            <a:cxnSpLocks/>
          </p:cNvCxnSpPr>
          <p:nvPr/>
        </p:nvCxnSpPr>
        <p:spPr>
          <a:xfrm flipH="1">
            <a:off x="3981763" y="480778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FE473615-D84B-EFF7-29A3-75A99C83F6AD}"/>
              </a:ext>
            </a:extLst>
          </p:cNvPr>
          <p:cNvCxnSpPr>
            <a:cxnSpLocks/>
          </p:cNvCxnSpPr>
          <p:nvPr/>
        </p:nvCxnSpPr>
        <p:spPr>
          <a:xfrm flipH="1">
            <a:off x="7807342" y="480778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F833670E-F1F4-BF2F-F511-50F590D9D70E}"/>
              </a:ext>
            </a:extLst>
          </p:cNvPr>
          <p:cNvCxnSpPr>
            <a:cxnSpLocks/>
          </p:cNvCxnSpPr>
          <p:nvPr/>
        </p:nvCxnSpPr>
        <p:spPr>
          <a:xfrm flipH="1">
            <a:off x="5243893" y="480778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2A2A9252-7A02-CB95-5BC1-C74C832192AC}"/>
              </a:ext>
            </a:extLst>
          </p:cNvPr>
          <p:cNvCxnSpPr>
            <a:cxnSpLocks/>
          </p:cNvCxnSpPr>
          <p:nvPr/>
        </p:nvCxnSpPr>
        <p:spPr>
          <a:xfrm flipH="1">
            <a:off x="6520578" y="480778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A0932295-F906-A7DE-F017-7A43521A1BC6}"/>
              </a:ext>
            </a:extLst>
          </p:cNvPr>
          <p:cNvCxnSpPr>
            <a:cxnSpLocks/>
          </p:cNvCxnSpPr>
          <p:nvPr/>
        </p:nvCxnSpPr>
        <p:spPr>
          <a:xfrm flipH="1">
            <a:off x="9082532" y="481967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C4867F84-32A1-AC95-3F3D-0CE5B3EB5E5D}"/>
              </a:ext>
            </a:extLst>
          </p:cNvPr>
          <p:cNvCxnSpPr>
            <a:cxnSpLocks/>
          </p:cNvCxnSpPr>
          <p:nvPr/>
        </p:nvCxnSpPr>
        <p:spPr>
          <a:xfrm flipH="1">
            <a:off x="10374073" y="4807786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2BE18178-05F4-C44B-19CA-D0F4D35D8894}"/>
              </a:ext>
            </a:extLst>
          </p:cNvPr>
          <p:cNvCxnSpPr>
            <a:cxnSpLocks/>
          </p:cNvCxnSpPr>
          <p:nvPr/>
        </p:nvCxnSpPr>
        <p:spPr>
          <a:xfrm>
            <a:off x="2893607" y="2828106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EA849EA-CB12-9856-E128-7BF8AC1138D6}"/>
              </a:ext>
            </a:extLst>
          </p:cNvPr>
          <p:cNvCxnSpPr>
            <a:cxnSpLocks/>
          </p:cNvCxnSpPr>
          <p:nvPr/>
        </p:nvCxnSpPr>
        <p:spPr>
          <a:xfrm>
            <a:off x="4171804" y="2841676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8C244EC-1213-9F6E-0203-88CC9C7790A5}"/>
              </a:ext>
            </a:extLst>
          </p:cNvPr>
          <p:cNvCxnSpPr>
            <a:cxnSpLocks/>
          </p:cNvCxnSpPr>
          <p:nvPr/>
        </p:nvCxnSpPr>
        <p:spPr>
          <a:xfrm>
            <a:off x="1129863" y="1419459"/>
            <a:ext cx="4956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DF11D70-4D6F-10B8-C9E5-FE517B40F84F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431374" y="1415199"/>
            <a:ext cx="0" cy="432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BC38C33C-A426-AC37-C36C-ABE5C036A8CD}"/>
              </a:ext>
            </a:extLst>
          </p:cNvPr>
          <p:cNvCxnSpPr>
            <a:cxnSpLocks/>
          </p:cNvCxnSpPr>
          <p:nvPr/>
        </p:nvCxnSpPr>
        <p:spPr>
          <a:xfrm>
            <a:off x="1127852" y="3986167"/>
            <a:ext cx="4905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650F5693-84A5-8DE0-2CF1-F6ABCD85386B}"/>
              </a:ext>
            </a:extLst>
          </p:cNvPr>
          <p:cNvCxnSpPr>
            <a:cxnSpLocks/>
          </p:cNvCxnSpPr>
          <p:nvPr/>
        </p:nvCxnSpPr>
        <p:spPr>
          <a:xfrm>
            <a:off x="1429363" y="3981907"/>
            <a:ext cx="0" cy="432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C8CEC4D3-638C-5E0F-DDDD-6784979C6870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424818" y="1429222"/>
            <a:ext cx="1149498" cy="30592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6C8AFBFF-4F12-D927-C5A7-8C05AB79F1A3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1992483" y="2166957"/>
            <a:ext cx="581832" cy="182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67DD799F-53A1-E652-70AB-D5E54630AD41}"/>
              </a:ext>
            </a:extLst>
          </p:cNvPr>
          <p:cNvSpPr/>
          <p:nvPr/>
        </p:nvSpPr>
        <p:spPr>
          <a:xfrm>
            <a:off x="1625483" y="124118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E2E3A31A-52FE-17CA-D95B-E2ABBF0A621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992483" y="1435400"/>
            <a:ext cx="1857028" cy="30530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FF44432C-B2CE-BB84-FE4A-0C2FF1CC8F81}"/>
              </a:ext>
            </a:extLst>
          </p:cNvPr>
          <p:cNvCxnSpPr>
            <a:cxnSpLocks/>
            <a:stCxn id="2" idx="3"/>
            <a:endCxn id="193" idx="1"/>
          </p:cNvCxnSpPr>
          <p:nvPr/>
        </p:nvCxnSpPr>
        <p:spPr>
          <a:xfrm>
            <a:off x="1992483" y="3967719"/>
            <a:ext cx="386700" cy="104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E827C456-72BA-019F-11A2-D61BD0253D44}"/>
              </a:ext>
            </a:extLst>
          </p:cNvPr>
          <p:cNvSpPr/>
          <p:nvPr/>
        </p:nvSpPr>
        <p:spPr>
          <a:xfrm>
            <a:off x="2379183" y="379116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126AD1E3-0326-CB31-18F7-68D454625EF5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743262" y="2166957"/>
            <a:ext cx="1106248" cy="18077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418A9833-C510-2379-225C-440190B1D720}"/>
              </a:ext>
            </a:extLst>
          </p:cNvPr>
          <p:cNvCxnSpPr>
            <a:cxnSpLocks/>
          </p:cNvCxnSpPr>
          <p:nvPr/>
        </p:nvCxnSpPr>
        <p:spPr>
          <a:xfrm>
            <a:off x="1444868" y="4821930"/>
            <a:ext cx="0" cy="6063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8C36B8F0-09F4-1D4D-BD3C-4F49384A32CF}"/>
              </a:ext>
            </a:extLst>
          </p:cNvPr>
          <p:cNvCxnSpPr>
            <a:cxnSpLocks/>
          </p:cNvCxnSpPr>
          <p:nvPr/>
        </p:nvCxnSpPr>
        <p:spPr>
          <a:xfrm>
            <a:off x="1444868" y="5439062"/>
            <a:ext cx="10952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701CDCF3-613B-6F6C-B49D-F82ED985488D}"/>
              </a:ext>
            </a:extLst>
          </p:cNvPr>
          <p:cNvCxnSpPr>
            <a:cxnSpLocks/>
          </p:cNvCxnSpPr>
          <p:nvPr/>
        </p:nvCxnSpPr>
        <p:spPr>
          <a:xfrm>
            <a:off x="2897019" y="5439062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B70C30D7-76DB-810E-ECCE-9C2ED9C4D825}"/>
              </a:ext>
            </a:extLst>
          </p:cNvPr>
          <p:cNvCxnSpPr>
            <a:cxnSpLocks/>
          </p:cNvCxnSpPr>
          <p:nvPr/>
        </p:nvCxnSpPr>
        <p:spPr>
          <a:xfrm>
            <a:off x="4183523" y="5461574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D597D7A4-96BE-EBD6-C33F-1C859C1B4CFE}"/>
              </a:ext>
            </a:extLst>
          </p:cNvPr>
          <p:cNvCxnSpPr>
            <a:cxnSpLocks/>
          </p:cNvCxnSpPr>
          <p:nvPr/>
        </p:nvCxnSpPr>
        <p:spPr>
          <a:xfrm>
            <a:off x="5443994" y="5452336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789E7C7F-380E-808A-7D02-EACC7467CEA9}"/>
              </a:ext>
            </a:extLst>
          </p:cNvPr>
          <p:cNvCxnSpPr>
            <a:cxnSpLocks/>
          </p:cNvCxnSpPr>
          <p:nvPr/>
        </p:nvCxnSpPr>
        <p:spPr>
          <a:xfrm>
            <a:off x="2023912" y="1431300"/>
            <a:ext cx="4956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矩形 206">
            <a:extLst>
              <a:ext uri="{FF2B5EF4-FFF2-40B4-BE49-F238E27FC236}">
                <a16:creationId xmlns:a16="http://schemas.microsoft.com/office/drawing/2014/main" id="{5B5DDEA4-EB1A-CFE3-B581-7030058D053C}"/>
              </a:ext>
            </a:extLst>
          </p:cNvPr>
          <p:cNvSpPr/>
          <p:nvPr/>
        </p:nvSpPr>
        <p:spPr>
          <a:xfrm>
            <a:off x="2519532" y="125302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7ECE4A4D-9101-3537-0377-53AB0F9E3B6C}"/>
              </a:ext>
            </a:extLst>
          </p:cNvPr>
          <p:cNvCxnSpPr>
            <a:cxnSpLocks/>
          </p:cNvCxnSpPr>
          <p:nvPr/>
        </p:nvCxnSpPr>
        <p:spPr>
          <a:xfrm>
            <a:off x="5256957" y="1421926"/>
            <a:ext cx="0" cy="441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DED190B6-C8DE-8452-78BB-A8050595500B}"/>
              </a:ext>
            </a:extLst>
          </p:cNvPr>
          <p:cNvCxnSpPr>
            <a:cxnSpLocks/>
            <a:stCxn id="193" idx="3"/>
            <a:endCxn id="237" idx="1"/>
          </p:cNvCxnSpPr>
          <p:nvPr/>
        </p:nvCxnSpPr>
        <p:spPr>
          <a:xfrm flipV="1">
            <a:off x="2753256" y="3967719"/>
            <a:ext cx="3051771" cy="104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936DB03F-9DD3-3587-0062-CEDF656D41C3}"/>
              </a:ext>
            </a:extLst>
          </p:cNvPr>
          <p:cNvCxnSpPr>
            <a:cxnSpLocks/>
          </p:cNvCxnSpPr>
          <p:nvPr/>
        </p:nvCxnSpPr>
        <p:spPr>
          <a:xfrm>
            <a:off x="5259844" y="3981907"/>
            <a:ext cx="0" cy="451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BD80BFBE-50BC-303E-1111-63B859E63C41}"/>
              </a:ext>
            </a:extLst>
          </p:cNvPr>
          <p:cNvCxnSpPr>
            <a:cxnSpLocks/>
            <a:stCxn id="207" idx="3"/>
          </p:cNvCxnSpPr>
          <p:nvPr/>
        </p:nvCxnSpPr>
        <p:spPr>
          <a:xfrm flipV="1">
            <a:off x="2893605" y="1415199"/>
            <a:ext cx="2889357" cy="24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>
            <a:extLst>
              <a:ext uri="{FF2B5EF4-FFF2-40B4-BE49-F238E27FC236}">
                <a16:creationId xmlns:a16="http://schemas.microsoft.com/office/drawing/2014/main" id="{CE7F108C-AB85-C316-B90F-8A4B399D2975}"/>
              </a:ext>
            </a:extLst>
          </p:cNvPr>
          <p:cNvSpPr/>
          <p:nvPr/>
        </p:nvSpPr>
        <p:spPr>
          <a:xfrm>
            <a:off x="5784004" y="124118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B0B86D59-6B25-8686-F2BD-9CBBD6856FD5}"/>
              </a:ext>
            </a:extLst>
          </p:cNvPr>
          <p:cNvCxnSpPr>
            <a:cxnSpLocks/>
          </p:cNvCxnSpPr>
          <p:nvPr/>
        </p:nvCxnSpPr>
        <p:spPr>
          <a:xfrm>
            <a:off x="6158078" y="1415199"/>
            <a:ext cx="8049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1288EA2F-55C0-7207-B46C-46A63FB82540}"/>
              </a:ext>
            </a:extLst>
          </p:cNvPr>
          <p:cNvCxnSpPr>
            <a:cxnSpLocks/>
          </p:cNvCxnSpPr>
          <p:nvPr/>
        </p:nvCxnSpPr>
        <p:spPr>
          <a:xfrm>
            <a:off x="6532150" y="1428335"/>
            <a:ext cx="0" cy="441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 236">
            <a:extLst>
              <a:ext uri="{FF2B5EF4-FFF2-40B4-BE49-F238E27FC236}">
                <a16:creationId xmlns:a16="http://schemas.microsoft.com/office/drawing/2014/main" id="{04A642D6-6643-1374-D917-34788953F9B9}"/>
              </a:ext>
            </a:extLst>
          </p:cNvPr>
          <p:cNvSpPr/>
          <p:nvPr/>
        </p:nvSpPr>
        <p:spPr>
          <a:xfrm>
            <a:off x="5805027" y="378068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AC83B4DD-70A9-897A-ECE6-B2B1249A4092}"/>
              </a:ext>
            </a:extLst>
          </p:cNvPr>
          <p:cNvCxnSpPr>
            <a:cxnSpLocks/>
          </p:cNvCxnSpPr>
          <p:nvPr/>
        </p:nvCxnSpPr>
        <p:spPr>
          <a:xfrm>
            <a:off x="6179101" y="3954700"/>
            <a:ext cx="8049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9C891D90-E330-42F5-0E5D-19B23B91629D}"/>
              </a:ext>
            </a:extLst>
          </p:cNvPr>
          <p:cNvCxnSpPr>
            <a:cxnSpLocks/>
          </p:cNvCxnSpPr>
          <p:nvPr/>
        </p:nvCxnSpPr>
        <p:spPr>
          <a:xfrm>
            <a:off x="6532151" y="3958167"/>
            <a:ext cx="0" cy="4925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1D881841-D7EA-A8E1-AAD6-CD5D0AFB7C6E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6532150" y="1438362"/>
            <a:ext cx="1142940" cy="3050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矩形 247">
            <a:extLst>
              <a:ext uri="{FF2B5EF4-FFF2-40B4-BE49-F238E27FC236}">
                <a16:creationId xmlns:a16="http://schemas.microsoft.com/office/drawing/2014/main" id="{28E2F8E1-C1D4-6643-8FB1-22570165F3DD}"/>
              </a:ext>
            </a:extLst>
          </p:cNvPr>
          <p:cNvSpPr/>
          <p:nvPr/>
        </p:nvSpPr>
        <p:spPr>
          <a:xfrm>
            <a:off x="6982709" y="378068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49CC0E50-ACB7-89A3-998B-E6F848EFD544}"/>
              </a:ext>
            </a:extLst>
          </p:cNvPr>
          <p:cNvCxnSpPr>
            <a:cxnSpLocks/>
            <a:endCxn id="53" idx="3"/>
          </p:cNvCxnSpPr>
          <p:nvPr/>
        </p:nvCxnSpPr>
        <p:spPr>
          <a:xfrm flipV="1">
            <a:off x="7367821" y="2166957"/>
            <a:ext cx="307268" cy="1800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>
            <a:extLst>
              <a:ext uri="{FF2B5EF4-FFF2-40B4-BE49-F238E27FC236}">
                <a16:creationId xmlns:a16="http://schemas.microsoft.com/office/drawing/2014/main" id="{96169077-30CB-1371-5FB7-A12EC4EECCD3}"/>
              </a:ext>
            </a:extLst>
          </p:cNvPr>
          <p:cNvSpPr/>
          <p:nvPr/>
        </p:nvSpPr>
        <p:spPr>
          <a:xfrm>
            <a:off x="6982709" y="122250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8DDE1CDE-C5DC-7EB9-5E35-753300D5C523}"/>
              </a:ext>
            </a:extLst>
          </p:cNvPr>
          <p:cNvCxnSpPr>
            <a:cxnSpLocks/>
            <a:endCxn id="142" idx="3"/>
          </p:cNvCxnSpPr>
          <p:nvPr/>
        </p:nvCxnSpPr>
        <p:spPr>
          <a:xfrm>
            <a:off x="7368153" y="1416858"/>
            <a:ext cx="1659793" cy="3032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10D4312F-F1B4-64E3-F876-6FB93985ADEE}"/>
              </a:ext>
            </a:extLst>
          </p:cNvPr>
          <p:cNvCxnSpPr>
            <a:cxnSpLocks/>
          </p:cNvCxnSpPr>
          <p:nvPr/>
        </p:nvCxnSpPr>
        <p:spPr>
          <a:xfrm>
            <a:off x="7357661" y="3967718"/>
            <a:ext cx="6572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 256">
            <a:extLst>
              <a:ext uri="{FF2B5EF4-FFF2-40B4-BE49-F238E27FC236}">
                <a16:creationId xmlns:a16="http://schemas.microsoft.com/office/drawing/2014/main" id="{C04F120F-5FCE-F9DD-8AF7-C394964E99A5}"/>
              </a:ext>
            </a:extLst>
          </p:cNvPr>
          <p:cNvSpPr/>
          <p:nvPr/>
        </p:nvSpPr>
        <p:spPr>
          <a:xfrm>
            <a:off x="7994379" y="378068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7835B3FB-E3F8-1A10-C45C-19F89BC0CE92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8367787" y="2166957"/>
            <a:ext cx="582492" cy="18531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2EFCF770-4015-8F94-C82A-0EC89B39D3D6}"/>
              </a:ext>
            </a:extLst>
          </p:cNvPr>
          <p:cNvCxnSpPr>
            <a:cxnSpLocks/>
          </p:cNvCxnSpPr>
          <p:nvPr/>
        </p:nvCxnSpPr>
        <p:spPr>
          <a:xfrm>
            <a:off x="7346798" y="1415199"/>
            <a:ext cx="19794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>
            <a:extLst>
              <a:ext uri="{FF2B5EF4-FFF2-40B4-BE49-F238E27FC236}">
                <a16:creationId xmlns:a16="http://schemas.microsoft.com/office/drawing/2014/main" id="{BD2CBD6A-19C2-4D38-4D0E-D638DEA02C4A}"/>
              </a:ext>
            </a:extLst>
          </p:cNvPr>
          <p:cNvSpPr/>
          <p:nvPr/>
        </p:nvSpPr>
        <p:spPr>
          <a:xfrm>
            <a:off x="9326272" y="1241181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007B1C84-5758-0649-6E81-F0FEE6A000EE}"/>
              </a:ext>
            </a:extLst>
          </p:cNvPr>
          <p:cNvCxnSpPr>
            <a:cxnSpLocks/>
          </p:cNvCxnSpPr>
          <p:nvPr/>
        </p:nvCxnSpPr>
        <p:spPr>
          <a:xfrm>
            <a:off x="9720127" y="1420985"/>
            <a:ext cx="6786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5CA79C10-3A46-2E69-622C-C2A0A9CE08D0}"/>
              </a:ext>
            </a:extLst>
          </p:cNvPr>
          <p:cNvCxnSpPr>
            <a:cxnSpLocks/>
          </p:cNvCxnSpPr>
          <p:nvPr/>
        </p:nvCxnSpPr>
        <p:spPr>
          <a:xfrm>
            <a:off x="10357721" y="1428335"/>
            <a:ext cx="0" cy="441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矩形 267">
            <a:extLst>
              <a:ext uri="{FF2B5EF4-FFF2-40B4-BE49-F238E27FC236}">
                <a16:creationId xmlns:a16="http://schemas.microsoft.com/office/drawing/2014/main" id="{2963E381-7717-CA0A-4B19-0EEB79FB982A}"/>
              </a:ext>
            </a:extLst>
          </p:cNvPr>
          <p:cNvSpPr/>
          <p:nvPr/>
        </p:nvSpPr>
        <p:spPr>
          <a:xfrm>
            <a:off x="9422541" y="3780682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24FE6C89-8651-4CDD-2B4F-C272E78E1AF9}"/>
              </a:ext>
            </a:extLst>
          </p:cNvPr>
          <p:cNvCxnSpPr>
            <a:cxnSpLocks/>
            <a:endCxn id="268" idx="1"/>
          </p:cNvCxnSpPr>
          <p:nvPr/>
        </p:nvCxnSpPr>
        <p:spPr>
          <a:xfrm flipV="1">
            <a:off x="8370708" y="3967719"/>
            <a:ext cx="1051833" cy="141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87FE3E24-39D5-20B0-3FC5-42300E8A011D}"/>
              </a:ext>
            </a:extLst>
          </p:cNvPr>
          <p:cNvCxnSpPr>
            <a:cxnSpLocks/>
          </p:cNvCxnSpPr>
          <p:nvPr/>
        </p:nvCxnSpPr>
        <p:spPr>
          <a:xfrm>
            <a:off x="9796614" y="3970332"/>
            <a:ext cx="6786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2E72FE9F-1BA5-6C10-1BF4-912AAC39AA3B}"/>
              </a:ext>
            </a:extLst>
          </p:cNvPr>
          <p:cNvCxnSpPr>
            <a:cxnSpLocks/>
          </p:cNvCxnSpPr>
          <p:nvPr/>
        </p:nvCxnSpPr>
        <p:spPr>
          <a:xfrm>
            <a:off x="10434208" y="3977682"/>
            <a:ext cx="0" cy="441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216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2F09-7152-8338-82EE-4362B2A46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12F62-CC05-69A9-03D3-2EA4E9002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26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B37741-79CC-6E17-B487-6689E849DABC}"/>
              </a:ext>
            </a:extLst>
          </p:cNvPr>
          <p:cNvSpPr/>
          <p:nvPr/>
        </p:nvSpPr>
        <p:spPr>
          <a:xfrm>
            <a:off x="1887435" y="12130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9632116-AE90-05CC-4268-21C45600860E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BF9FB8B-338E-847A-499D-5F32D0323119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E06A-9F4A-6594-8E32-4BAC6406E579}"/>
              </a:ext>
            </a:extLst>
          </p:cNvPr>
          <p:cNvSpPr txBox="1"/>
          <p:nvPr/>
        </p:nvSpPr>
        <p:spPr>
          <a:xfrm>
            <a:off x="3090683" y="257823"/>
            <a:ext cx="7174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滤波器（脉动阵列）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F466D43-4575-B160-ECEE-52C44E77552D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002FAE46-C64E-9C58-C18C-69EDEAFCFA44}"/>
              </a:ext>
            </a:extLst>
          </p:cNvPr>
          <p:cNvSpPr/>
          <p:nvPr/>
        </p:nvSpPr>
        <p:spPr>
          <a:xfrm>
            <a:off x="2006685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D55C619-AE3E-DAE2-85F0-5FFA5CA73D21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2380758" y="2588772"/>
            <a:ext cx="709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E05BEBF-6A26-1336-58F3-5A12C1B4314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834425AA-0D3B-9496-0BD7-455C68D449F4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87CB47D-F127-5B29-7B54-CF468234CE6C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2720771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20AEE392-A6CD-5D81-FCF1-7C59547CFB7F}"/>
              </a:ext>
            </a:extLst>
          </p:cNvPr>
          <p:cNvSpPr/>
          <p:nvPr/>
        </p:nvSpPr>
        <p:spPr>
          <a:xfrm>
            <a:off x="2533734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2F123DF-D324-D407-EF33-AE2498557829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2907807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69266CE-924A-8DB3-7344-800890B6BDFF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D64BE5A-474A-FCFC-9568-DA35B2BF43B3}"/>
              </a:ext>
            </a:extLst>
          </p:cNvPr>
          <p:cNvCxnSpPr>
            <a:cxnSpLocks/>
            <a:stCxn id="20" idx="3"/>
            <a:endCxn id="29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28A4EA2-D078-BB8E-2F84-181DEA330FB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CF248739-6AAB-D3B5-396B-1E148BC1DBD3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2E1ADCB-D37F-2EEC-0CA6-E72AAA4EC8C3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 flipH="1">
            <a:off x="3995966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9C92D61B-A591-DF69-43A0-0284C4632D9B}"/>
              </a:ext>
            </a:extLst>
          </p:cNvPr>
          <p:cNvSpPr/>
          <p:nvPr/>
        </p:nvSpPr>
        <p:spPr>
          <a:xfrm>
            <a:off x="3808929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0B612BD-3CF3-BB4B-AF4F-C87B4B810489}"/>
              </a:ext>
            </a:extLst>
          </p:cNvPr>
          <p:cNvCxnSpPr>
            <a:cxnSpLocks/>
            <a:stCxn id="27" idx="6"/>
            <a:endCxn id="34" idx="2"/>
          </p:cNvCxnSpPr>
          <p:nvPr/>
        </p:nvCxnSpPr>
        <p:spPr>
          <a:xfrm>
            <a:off x="4183002" y="3988545"/>
            <a:ext cx="9011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4373F53-9F6C-8789-834A-69D5844CD1FE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93D35A6-8710-5C4F-C31D-85F0DFFAC8B2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7D80117-056B-CE7D-F1F7-F79AE1062F4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B90D2275-12F7-3AFE-102B-BECE3CC5A148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15972C1-89F0-B9FB-1BB9-59E60068AC75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 flipH="1">
            <a:off x="5271160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91BCB556-9CB1-A82D-DDC3-7B7E20CE1D7E}"/>
              </a:ext>
            </a:extLst>
          </p:cNvPr>
          <p:cNvSpPr/>
          <p:nvPr/>
        </p:nvSpPr>
        <p:spPr>
          <a:xfrm>
            <a:off x="5084123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A89EB99-F0E3-2470-8930-C6AD0F19B219}"/>
              </a:ext>
            </a:extLst>
          </p:cNvPr>
          <p:cNvCxnSpPr>
            <a:cxnSpLocks/>
            <a:stCxn id="34" idx="6"/>
            <a:endCxn id="41" idx="2"/>
          </p:cNvCxnSpPr>
          <p:nvPr/>
        </p:nvCxnSpPr>
        <p:spPr>
          <a:xfrm>
            <a:off x="5458196" y="3988545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D60EE34-E89A-ECDB-93DC-BADE36432970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AC11894-B5EE-C841-40F3-2DB873387E60}"/>
              </a:ext>
            </a:extLst>
          </p:cNvPr>
          <p:cNvCxnSpPr>
            <a:cxnSpLocks/>
            <a:stCxn id="36" idx="3"/>
            <a:endCxn id="43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1A11CBA-3B2E-B101-A5F8-EB154B49531C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BEFEE157-2907-49BD-166E-95110F03A798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B015A2E-867C-7347-E8DC-9E00F61A7EC5}"/>
              </a:ext>
            </a:extLst>
          </p:cNvPr>
          <p:cNvCxnSpPr>
            <a:cxnSpLocks/>
            <a:stCxn id="39" idx="4"/>
            <a:endCxn id="41" idx="0"/>
          </p:cNvCxnSpPr>
          <p:nvPr/>
        </p:nvCxnSpPr>
        <p:spPr>
          <a:xfrm flipH="1">
            <a:off x="6546353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5F15C518-1F78-0C73-C0F0-B09F248FD990}"/>
              </a:ext>
            </a:extLst>
          </p:cNvPr>
          <p:cNvSpPr/>
          <p:nvPr/>
        </p:nvSpPr>
        <p:spPr>
          <a:xfrm>
            <a:off x="6359316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10A1952-AFC7-04D0-FB27-86F5849E0B63}"/>
              </a:ext>
            </a:extLst>
          </p:cNvPr>
          <p:cNvCxnSpPr>
            <a:cxnSpLocks/>
            <a:stCxn id="41" idx="6"/>
            <a:endCxn id="55" idx="2"/>
          </p:cNvCxnSpPr>
          <p:nvPr/>
        </p:nvCxnSpPr>
        <p:spPr>
          <a:xfrm>
            <a:off x="6733389" y="3988545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685421A4-C494-1BAE-AEE5-FD52F8978DD3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0810D7C-825B-0A5B-8923-E526D8B40768}"/>
              </a:ext>
            </a:extLst>
          </p:cNvPr>
          <p:cNvCxnSpPr>
            <a:cxnSpLocks/>
            <a:stCxn id="43" idx="3"/>
            <a:endCxn id="57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6C05CF6-4D0D-9703-1FDF-8F8E258F1210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1FFE6D1D-3F3B-2F65-EEFE-9F9C469A9FFC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1984F85-BD14-7618-668E-C3477D331AE4}"/>
              </a:ext>
            </a:extLst>
          </p:cNvPr>
          <p:cNvCxnSpPr>
            <a:cxnSpLocks/>
            <a:stCxn id="53" idx="4"/>
            <a:endCxn id="55" idx="0"/>
          </p:cNvCxnSpPr>
          <p:nvPr/>
        </p:nvCxnSpPr>
        <p:spPr>
          <a:xfrm flipH="1">
            <a:off x="782154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B120C776-D93D-4FAD-CB8A-D41FBC77A7B6}"/>
              </a:ext>
            </a:extLst>
          </p:cNvPr>
          <p:cNvSpPr/>
          <p:nvPr/>
        </p:nvSpPr>
        <p:spPr>
          <a:xfrm>
            <a:off x="763450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A842F39-7EC8-9B7B-CF68-75D87F14CCCB}"/>
              </a:ext>
            </a:extLst>
          </p:cNvPr>
          <p:cNvCxnSpPr>
            <a:cxnSpLocks/>
            <a:stCxn id="55" idx="6"/>
            <a:endCxn id="69" idx="2"/>
          </p:cNvCxnSpPr>
          <p:nvPr/>
        </p:nvCxnSpPr>
        <p:spPr>
          <a:xfrm>
            <a:off x="8008581" y="3988545"/>
            <a:ext cx="9011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59984DD3-B17C-DB32-56E9-AD39E931EAD3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673E982-025D-66DC-DF18-6680582D8FF4}"/>
              </a:ext>
            </a:extLst>
          </p:cNvPr>
          <p:cNvCxnSpPr>
            <a:cxnSpLocks/>
            <a:stCxn id="57" idx="3"/>
            <a:endCxn id="71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69A830D-2F82-CC2C-6456-70794FA92045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829784EC-54ED-8507-02EA-0C091F1020F1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5AA6A23-898E-0843-3C88-1496712D392B}"/>
              </a:ext>
            </a:extLst>
          </p:cNvPr>
          <p:cNvCxnSpPr>
            <a:cxnSpLocks/>
            <a:stCxn id="60" idx="4"/>
            <a:endCxn id="69" idx="0"/>
          </p:cNvCxnSpPr>
          <p:nvPr/>
        </p:nvCxnSpPr>
        <p:spPr>
          <a:xfrm flipH="1">
            <a:off x="909673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59C78123-A874-A9E7-1D44-C2A045FB97E2}"/>
              </a:ext>
            </a:extLst>
          </p:cNvPr>
          <p:cNvSpPr/>
          <p:nvPr/>
        </p:nvSpPr>
        <p:spPr>
          <a:xfrm>
            <a:off x="890969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22C03D4-62F1-CC67-CC64-8A4C580934CC}"/>
              </a:ext>
            </a:extLst>
          </p:cNvPr>
          <p:cNvCxnSpPr>
            <a:cxnSpLocks/>
            <a:stCxn id="69" idx="6"/>
            <a:endCxn id="89" idx="2"/>
          </p:cNvCxnSpPr>
          <p:nvPr/>
        </p:nvCxnSpPr>
        <p:spPr>
          <a:xfrm>
            <a:off x="9283771" y="3988545"/>
            <a:ext cx="901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75E6A770-6F0D-382B-1960-D64566F8DC6A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EEDDF98-0050-CECA-DED3-B9BD303F73DF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0C142B60-C8B1-6405-E7DF-D98FD1E0DE97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BD4E134-DB56-0211-BF88-F4B65D84953B}"/>
              </a:ext>
            </a:extLst>
          </p:cNvPr>
          <p:cNvCxnSpPr>
            <a:cxnSpLocks/>
            <a:stCxn id="80" idx="4"/>
            <a:endCxn id="89" idx="0"/>
          </p:cNvCxnSpPr>
          <p:nvPr/>
        </p:nvCxnSpPr>
        <p:spPr>
          <a:xfrm flipH="1">
            <a:off x="10371924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214FE04F-248D-7AB7-9BCD-5BA17F5B8325}"/>
              </a:ext>
            </a:extLst>
          </p:cNvPr>
          <p:cNvSpPr/>
          <p:nvPr/>
        </p:nvSpPr>
        <p:spPr>
          <a:xfrm>
            <a:off x="10184887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DDA856A-8B97-ECE7-D7BC-D602094E9CAD}"/>
              </a:ext>
            </a:extLst>
          </p:cNvPr>
          <p:cNvCxnSpPr>
            <a:cxnSpLocks/>
            <a:stCxn id="89" idx="6"/>
          </p:cNvCxnSpPr>
          <p:nvPr/>
        </p:nvCxnSpPr>
        <p:spPr>
          <a:xfrm>
            <a:off x="10558960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73F2AF8-2F9D-9593-FDDC-9C2BBD4A41E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105562" y="2588772"/>
            <a:ext cx="901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14661496-7570-B00C-B7E1-A8FF882C647C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BAFD3BBF-2E3A-DA24-0523-425D4B6C12B1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AB335A7-9D5E-7707-8703-DC289E996EFE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1445575" y="3988545"/>
            <a:ext cx="1088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32D1CDBD-3723-A424-26E3-57699D418F65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32D1CDBD-3723-A424-26E3-57699D41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FA8A389-0A54-74C3-A73B-E291CDBBD6AA}"/>
                  </a:ext>
                </a:extLst>
              </p:cNvPr>
              <p:cNvSpPr txBox="1"/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FA8A389-0A54-74C3-A73B-E291CDB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3CC9D57F-D03C-A906-FB80-30CBC8A169E7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EA81498-79D7-836F-4AA6-1A2D27F438E0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33F07C35-8CF5-1618-1A2F-888EF9FF12AC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33F07C35-8CF5-1618-1A2F-888EF9FF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97B8B64-B851-8590-DDF8-1D2130EEB381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C6F23CC-113D-B0DE-2772-34EB02B7C0B0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C6F23CC-113D-B0DE-2772-34EB02B7C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44A74069-586B-471F-5E30-66C24DF3B0B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9EE0A15-2429-C92E-5416-E2FD89D2346F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9EE0A15-2429-C92E-5416-E2FD89D23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281A91BF-F577-C043-F5E8-F00AA087BF68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A80193-F4C1-00D1-A80D-1ED4567C0FFF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A80193-F4C1-00D1-A80D-1ED4567C0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B5C77E8B-FF41-A90F-5559-628661BC6244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C85674-ECB0-D1B7-E00C-D90CC7A7C6FF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C85674-ECB0-D1B7-E00C-D90CC7A7C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E26E191-CA33-CC8E-349F-8AA3142117DC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ABBFF64-5843-6C13-B1A9-5120C042729F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ABBFF64-5843-6C13-B1A9-5120C042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3FD19F0D-5398-52A3-1824-DB3A211F2369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0B3CCD6-F4AF-9FC6-5C23-977F1BEAA5C4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0B3CCD6-F4AF-9FC6-5C23-977F1BEA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AC66BBF0-BAB5-544F-E74E-2B18E98A5F37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6C2FEC0-0401-1754-FE2B-533EA0524389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6C2FEC0-0401-1754-FE2B-533EA052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DE5C309A-78A7-9F14-1C60-17BB1C00DF61}"/>
              </a:ext>
            </a:extLst>
          </p:cNvPr>
          <p:cNvCxnSpPr>
            <a:cxnSpLocks/>
            <a:endCxn id="106" idx="4"/>
          </p:cNvCxnSpPr>
          <p:nvPr/>
        </p:nvCxnSpPr>
        <p:spPr>
          <a:xfrm flipV="1">
            <a:off x="1445576" y="3382177"/>
            <a:ext cx="0" cy="6063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144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5866-39AA-9EBF-E4A6-4E92F0B8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E7CD-280A-AAA4-EC49-5DFE5EF8F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27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49FE7B-9525-EC2F-2965-1026648C8673}"/>
              </a:ext>
            </a:extLst>
          </p:cNvPr>
          <p:cNvSpPr/>
          <p:nvPr/>
        </p:nvSpPr>
        <p:spPr>
          <a:xfrm>
            <a:off x="1887435" y="12130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E4F8759-77B4-2D9D-3C9C-17B9A5F0BD6B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1C264FF-DD87-C14F-C202-E0164ECDE72E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44F0A2-A4B1-8002-0042-092673A3B416}"/>
              </a:ext>
            </a:extLst>
          </p:cNvPr>
          <p:cNvSpPr txBox="1"/>
          <p:nvPr/>
        </p:nvSpPr>
        <p:spPr>
          <a:xfrm>
            <a:off x="3090683" y="257823"/>
            <a:ext cx="7174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滤波器（脉动阵列）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4B4F25A-A4AA-4BDE-AE70-58361555FC2F}"/>
              </a:ext>
            </a:extLst>
          </p:cNvPr>
          <p:cNvCxnSpPr>
            <a:cxnSpLocks/>
          </p:cNvCxnSpPr>
          <p:nvPr/>
        </p:nvCxnSpPr>
        <p:spPr>
          <a:xfrm>
            <a:off x="3555931" y="140648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E982759-126D-DD97-0DB3-2BD1A3B86149}"/>
              </a:ext>
            </a:extLst>
          </p:cNvPr>
          <p:cNvSpPr/>
          <p:nvPr/>
        </p:nvSpPr>
        <p:spPr>
          <a:xfrm>
            <a:off x="2006685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FDF43EA-8FDB-72DA-2896-774E29E1AE59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2380758" y="2588772"/>
            <a:ext cx="709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B3EFAA3-2257-D6B7-4540-E9824398EC8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62517B0-ED01-9A9A-C0BF-4455731F204A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694BE45-F34E-1D49-6C0C-247459016526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2720771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837B7D86-7314-B41D-B187-80869266FE10}"/>
              </a:ext>
            </a:extLst>
          </p:cNvPr>
          <p:cNvSpPr/>
          <p:nvPr/>
        </p:nvSpPr>
        <p:spPr>
          <a:xfrm>
            <a:off x="2533734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B39A10B-E109-DF1E-294C-C623C2F998A8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2907807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C060FB76-DDF7-716E-675F-838A9F8C82EC}"/>
              </a:ext>
            </a:extLst>
          </p:cNvPr>
          <p:cNvSpPr/>
          <p:nvPr/>
        </p:nvSpPr>
        <p:spPr>
          <a:xfrm>
            <a:off x="3090683" y="2401735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240BF9D-241D-712E-836A-FF96F4B89D74}"/>
              </a:ext>
            </a:extLst>
          </p:cNvPr>
          <p:cNvCxnSpPr>
            <a:cxnSpLocks/>
            <a:stCxn id="20" idx="3"/>
            <a:endCxn id="29" idx="1"/>
          </p:cNvCxnSpPr>
          <p:nvPr/>
        </p:nvCxnSpPr>
        <p:spPr>
          <a:xfrm>
            <a:off x="3621889" y="2588772"/>
            <a:ext cx="935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3531C27-8D08-14F0-3D89-9EAFC7A7705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10E0B78A-581C-122F-BAAE-6DB75B0B7488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FA2A799-F035-EECE-C7BB-17F4819F7BF2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 flipH="1">
            <a:off x="3995966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FA7018D6-3064-0EF2-5CC4-6C28831655E7}"/>
              </a:ext>
            </a:extLst>
          </p:cNvPr>
          <p:cNvSpPr/>
          <p:nvPr/>
        </p:nvSpPr>
        <p:spPr>
          <a:xfrm>
            <a:off x="3808929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53775EA-3262-79AF-457E-5FF6FCB3A650}"/>
              </a:ext>
            </a:extLst>
          </p:cNvPr>
          <p:cNvCxnSpPr>
            <a:cxnSpLocks/>
            <a:stCxn id="27" idx="6"/>
            <a:endCxn id="34" idx="2"/>
          </p:cNvCxnSpPr>
          <p:nvPr/>
        </p:nvCxnSpPr>
        <p:spPr>
          <a:xfrm>
            <a:off x="4183002" y="3988545"/>
            <a:ext cx="9011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0602C8CC-642E-CDDD-3A8D-4E8888A1CE16}"/>
              </a:ext>
            </a:extLst>
          </p:cNvPr>
          <p:cNvSpPr/>
          <p:nvPr/>
        </p:nvSpPr>
        <p:spPr>
          <a:xfrm>
            <a:off x="4557074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7CF6A5A-1293-114A-44E0-AC0942769763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4931147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95202B8-2040-8612-71D4-792F0601A2E3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BAB77508-AA20-FDE0-DDA0-5E2273059B38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D7B9329-7236-2025-D362-3971F124CD5B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 flipH="1">
            <a:off x="5271160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FA975A3E-1141-B239-8556-B8E573FFD1C1}"/>
              </a:ext>
            </a:extLst>
          </p:cNvPr>
          <p:cNvSpPr/>
          <p:nvPr/>
        </p:nvSpPr>
        <p:spPr>
          <a:xfrm>
            <a:off x="5084123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C4665E7-FE7A-C17A-5B21-4A812202CA19}"/>
              </a:ext>
            </a:extLst>
          </p:cNvPr>
          <p:cNvCxnSpPr>
            <a:cxnSpLocks/>
            <a:stCxn id="34" idx="6"/>
            <a:endCxn id="41" idx="2"/>
          </p:cNvCxnSpPr>
          <p:nvPr/>
        </p:nvCxnSpPr>
        <p:spPr>
          <a:xfrm>
            <a:off x="5458196" y="3988545"/>
            <a:ext cx="901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D28F3356-38C3-5954-7C3E-1FF143574FAD}"/>
              </a:ext>
            </a:extLst>
          </p:cNvPr>
          <p:cNvSpPr/>
          <p:nvPr/>
        </p:nvSpPr>
        <p:spPr>
          <a:xfrm>
            <a:off x="5645236" y="2401735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33B61EE-F9D1-9112-186C-75F7D6E8F1B2}"/>
              </a:ext>
            </a:extLst>
          </p:cNvPr>
          <p:cNvCxnSpPr>
            <a:cxnSpLocks/>
            <a:stCxn id="36" idx="3"/>
            <a:endCxn id="43" idx="1"/>
          </p:cNvCxnSpPr>
          <p:nvPr/>
        </p:nvCxnSpPr>
        <p:spPr>
          <a:xfrm>
            <a:off x="6206331" y="2588772"/>
            <a:ext cx="9011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3AA9285-E8FE-26FC-0B49-098F3DC52EFC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6FCB6E06-91A8-F1C8-36F7-C77C97CAC50C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FDA5117-53C6-B0CC-D097-AE89A8B10D63}"/>
              </a:ext>
            </a:extLst>
          </p:cNvPr>
          <p:cNvCxnSpPr>
            <a:cxnSpLocks/>
            <a:stCxn id="39" idx="4"/>
            <a:endCxn id="41" idx="0"/>
          </p:cNvCxnSpPr>
          <p:nvPr/>
        </p:nvCxnSpPr>
        <p:spPr>
          <a:xfrm flipH="1">
            <a:off x="6546353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CA7069A8-D746-9DB9-1BE2-B9FB139CA261}"/>
              </a:ext>
            </a:extLst>
          </p:cNvPr>
          <p:cNvSpPr/>
          <p:nvPr/>
        </p:nvSpPr>
        <p:spPr>
          <a:xfrm>
            <a:off x="6359316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27C86B6-0E1F-DD20-0B53-CC320563D0B7}"/>
              </a:ext>
            </a:extLst>
          </p:cNvPr>
          <p:cNvCxnSpPr>
            <a:cxnSpLocks/>
            <a:stCxn id="41" idx="6"/>
            <a:endCxn id="55" idx="2"/>
          </p:cNvCxnSpPr>
          <p:nvPr/>
        </p:nvCxnSpPr>
        <p:spPr>
          <a:xfrm>
            <a:off x="6733389" y="3988545"/>
            <a:ext cx="9011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88BDD986-825B-BAE0-8767-C12E68878DF2}"/>
              </a:ext>
            </a:extLst>
          </p:cNvPr>
          <p:cNvSpPr/>
          <p:nvPr/>
        </p:nvSpPr>
        <p:spPr>
          <a:xfrm>
            <a:off x="7107459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5C824FA-B71C-D850-CB20-35A56E39412E}"/>
              </a:ext>
            </a:extLst>
          </p:cNvPr>
          <p:cNvCxnSpPr>
            <a:cxnSpLocks/>
            <a:stCxn id="43" idx="3"/>
            <a:endCxn id="57" idx="1"/>
          </p:cNvCxnSpPr>
          <p:nvPr/>
        </p:nvCxnSpPr>
        <p:spPr>
          <a:xfrm>
            <a:off x="7481532" y="2588772"/>
            <a:ext cx="7140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7C8520E-859E-98A7-8272-AA222EE376A7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4273A19A-3160-799B-3670-E34A275877E9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C2CF6E6-90A1-B0FE-970D-82FA5FDF93A1}"/>
              </a:ext>
            </a:extLst>
          </p:cNvPr>
          <p:cNvCxnSpPr>
            <a:cxnSpLocks/>
            <a:stCxn id="53" idx="4"/>
            <a:endCxn id="55" idx="0"/>
          </p:cNvCxnSpPr>
          <p:nvPr/>
        </p:nvCxnSpPr>
        <p:spPr>
          <a:xfrm flipH="1">
            <a:off x="782154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F61A1BF8-6C04-E052-D088-8EE411D49DA5}"/>
              </a:ext>
            </a:extLst>
          </p:cNvPr>
          <p:cNvSpPr/>
          <p:nvPr/>
        </p:nvSpPr>
        <p:spPr>
          <a:xfrm>
            <a:off x="763450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0ACC447-CE10-7B01-5ABD-8662541AB7B6}"/>
              </a:ext>
            </a:extLst>
          </p:cNvPr>
          <p:cNvCxnSpPr>
            <a:cxnSpLocks/>
            <a:stCxn id="55" idx="6"/>
            <a:endCxn id="69" idx="2"/>
          </p:cNvCxnSpPr>
          <p:nvPr/>
        </p:nvCxnSpPr>
        <p:spPr>
          <a:xfrm>
            <a:off x="8008581" y="3988545"/>
            <a:ext cx="9011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D3D47596-2A30-9E01-4AD7-91B729862D3C}"/>
              </a:ext>
            </a:extLst>
          </p:cNvPr>
          <p:cNvSpPr/>
          <p:nvPr/>
        </p:nvSpPr>
        <p:spPr>
          <a:xfrm>
            <a:off x="8195621" y="2401735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220B551-C00A-0E94-079C-3B700FFC2AF7}"/>
              </a:ext>
            </a:extLst>
          </p:cNvPr>
          <p:cNvCxnSpPr>
            <a:cxnSpLocks/>
            <a:stCxn id="57" idx="3"/>
            <a:endCxn id="71" idx="1"/>
          </p:cNvCxnSpPr>
          <p:nvPr/>
        </p:nvCxnSpPr>
        <p:spPr>
          <a:xfrm>
            <a:off x="8756723" y="2588772"/>
            <a:ext cx="90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9129A25-DC9B-516B-39B6-CB3247B04CAC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20E2F8B9-71F5-E928-6637-9AE14BD2BC6E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0A083EE-56B0-D95A-02BF-E060E7C1B52E}"/>
              </a:ext>
            </a:extLst>
          </p:cNvPr>
          <p:cNvCxnSpPr>
            <a:cxnSpLocks/>
            <a:stCxn id="60" idx="4"/>
            <a:endCxn id="69" idx="0"/>
          </p:cNvCxnSpPr>
          <p:nvPr/>
        </p:nvCxnSpPr>
        <p:spPr>
          <a:xfrm flipH="1">
            <a:off x="9096735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6E330A9E-348C-BB84-038C-A6D4463BBB3D}"/>
              </a:ext>
            </a:extLst>
          </p:cNvPr>
          <p:cNvSpPr/>
          <p:nvPr/>
        </p:nvSpPr>
        <p:spPr>
          <a:xfrm>
            <a:off x="8909698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5C448FE-0D35-5DB4-5782-482B39A858DD}"/>
              </a:ext>
            </a:extLst>
          </p:cNvPr>
          <p:cNvCxnSpPr>
            <a:cxnSpLocks/>
            <a:stCxn id="69" idx="6"/>
            <a:endCxn id="89" idx="2"/>
          </p:cNvCxnSpPr>
          <p:nvPr/>
        </p:nvCxnSpPr>
        <p:spPr>
          <a:xfrm>
            <a:off x="9283771" y="3988545"/>
            <a:ext cx="901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544AD5A3-2D6A-B8A0-7B9B-43E33D5525FD}"/>
              </a:ext>
            </a:extLst>
          </p:cNvPr>
          <p:cNvSpPr/>
          <p:nvPr/>
        </p:nvSpPr>
        <p:spPr>
          <a:xfrm>
            <a:off x="9657838" y="240173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1B9A4D0A-7FC2-C51E-51F4-D76A15C0E717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10371925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25D87C95-8C55-A807-7A8D-D0B61CA90A87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AF06B1C-44AE-1D65-71F3-2605BB0D238B}"/>
              </a:ext>
            </a:extLst>
          </p:cNvPr>
          <p:cNvCxnSpPr>
            <a:cxnSpLocks/>
            <a:stCxn id="80" idx="4"/>
            <a:endCxn id="89" idx="0"/>
          </p:cNvCxnSpPr>
          <p:nvPr/>
        </p:nvCxnSpPr>
        <p:spPr>
          <a:xfrm flipH="1">
            <a:off x="10371924" y="3382177"/>
            <a:ext cx="1" cy="419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349CAD50-D357-C226-937E-4B55E6E4EAA5}"/>
              </a:ext>
            </a:extLst>
          </p:cNvPr>
          <p:cNvSpPr/>
          <p:nvPr/>
        </p:nvSpPr>
        <p:spPr>
          <a:xfrm>
            <a:off x="10184887" y="380150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5673CFB1-C20A-5EEF-CB83-E6A7856EF97B}"/>
              </a:ext>
            </a:extLst>
          </p:cNvPr>
          <p:cNvCxnSpPr>
            <a:cxnSpLocks/>
            <a:stCxn id="89" idx="6"/>
          </p:cNvCxnSpPr>
          <p:nvPr/>
        </p:nvCxnSpPr>
        <p:spPr>
          <a:xfrm>
            <a:off x="10558960" y="3988545"/>
            <a:ext cx="901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8544119-988F-0EAC-9498-FF485C1CC31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105562" y="2588772"/>
            <a:ext cx="901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970EA041-A675-E86E-8D77-220C4C96CFB0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1FD6AD93-1F58-206E-1562-80FC8F6E5353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B6D2940-2D6F-8BA4-23F3-A42454703D5C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1445575" y="3988545"/>
            <a:ext cx="1088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35E53FCB-D263-D20E-796E-DDE45B040255}"/>
                  </a:ext>
                </a:extLst>
              </p:cNvPr>
              <p:cNvSpPr txBox="1"/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32D1CDBD-3723-A424-26E3-57699D41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9" y="2375698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0C4659CA-D9B2-A91D-F5F7-88D95FB10B84}"/>
                  </a:ext>
                </a:extLst>
              </p:cNvPr>
              <p:cNvSpPr txBox="1"/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FA8A389-0A54-74C3-A73B-E291CDB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215" y="3775471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09300F3E-D1A6-D03C-43FF-9668A38D3A46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10031911" y="2588771"/>
            <a:ext cx="34001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09DBA9A7-1B4F-46D7-7864-0CBE2C5E62CE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7032AA41-9E26-A3FD-0192-0A50C9A3FDA6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33F07C35-8CF5-1618-1A2F-888EF9FF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1A90584F-6B90-D340-6352-F2B84D7FBA7D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D126005C-D21B-54F6-CAB9-6654C56515DA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C6F23CC-113D-B0DE-2772-34EB02B7C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2791180D-80CA-1929-8924-689B6F979F9F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89F0375-164D-66D5-110A-A27F430BAE97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9EE0A15-2429-C92E-5416-E2FD89D23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50202294-CA14-5CAA-435B-52D7DC84B7D0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2566A57-1346-86BE-B69B-BCEA62F943CC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A80193-F4C1-00D1-A80D-1ED4567C0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EC8BDDA7-00CB-D725-7BEF-6A4514D6FDA7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52E5A3B-8FA5-5B15-945E-D8F6E3C2B6AB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C85674-ECB0-D1B7-E00C-D90CC7A7C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26A09DBD-BAC2-0D64-F7DF-4BCC35F198BB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C3ACDA3C-FC74-3C37-1D19-72DC1386D485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ABBFF64-5843-6C13-B1A9-5120C042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5A940383-7E20-45DE-FEA5-FE9C1C4A1E60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1D87DA7-BD5F-F2B9-0932-78CBFBF1877A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0B3CCD6-F4AF-9FC6-5C23-977F1BEA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FE2D912-7748-9111-B10F-1C89DCBBFED5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DB7F7F1-99C3-040F-C870-04210C243F1F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6C2FEC0-0401-1754-FE2B-533EA052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E363EE87-F67F-0F56-15A4-D8D9E6DFD3C5}"/>
              </a:ext>
            </a:extLst>
          </p:cNvPr>
          <p:cNvCxnSpPr>
            <a:cxnSpLocks/>
            <a:endCxn id="106" idx="4"/>
          </p:cNvCxnSpPr>
          <p:nvPr/>
        </p:nvCxnSpPr>
        <p:spPr>
          <a:xfrm flipV="1">
            <a:off x="1445576" y="3382177"/>
            <a:ext cx="0" cy="6063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EC772C0-35CB-7CA1-366A-8D0D510FDA10}"/>
                  </a:ext>
                </a:extLst>
              </p:cNvPr>
              <p:cNvSpPr txBox="1"/>
              <p:nvPr/>
            </p:nvSpPr>
            <p:spPr>
              <a:xfrm>
                <a:off x="246578" y="5398527"/>
                <a:ext cx="1177734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=0.96875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+0.65625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−0.5625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+0.375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−0.3125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+0.1875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−9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−0.125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−10</m:t>
                        </m:r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6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−9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7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−10</m:t>
                        </m:r>
                      </m:e>
                    </m:d>
                  </m:oMath>
                </a14:m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EC772C0-35CB-7CA1-366A-8D0D510F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5398527"/>
                <a:ext cx="11777346" cy="1200329"/>
              </a:xfrm>
              <a:prstGeom prst="rect">
                <a:avLst/>
              </a:prstGeom>
              <a:blipFill>
                <a:blip r:embed="rId13"/>
                <a:stretch>
                  <a:fillRect l="-311" t="-1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73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8C8A-41A5-FEBD-14A5-2FC7530A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0A4D4-4D7E-D42C-C6DD-6CD4493C2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28</a:t>
            </a:fld>
            <a:endParaRPr lang="en-US" altLang="zh-CN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E8ED03-BDCC-28DE-3BD0-1F72EDA144A7}"/>
              </a:ext>
            </a:extLst>
          </p:cNvPr>
          <p:cNvSpPr txBox="1"/>
          <p:nvPr/>
        </p:nvSpPr>
        <p:spPr>
          <a:xfrm>
            <a:off x="3090683" y="257823"/>
            <a:ext cx="7174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滤波器（脉动阵列）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FB48F5-BC8C-78F1-D0DE-B9D8DCE933F4}"/>
              </a:ext>
            </a:extLst>
          </p:cNvPr>
          <p:cNvCxnSpPr>
            <a:cxnSpLocks/>
          </p:cNvCxnSpPr>
          <p:nvPr/>
        </p:nvCxnSpPr>
        <p:spPr>
          <a:xfrm>
            <a:off x="667062" y="6304018"/>
            <a:ext cx="10979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BBCD1DE-000E-6A92-EEEA-58A5A430B57E}"/>
              </a:ext>
            </a:extLst>
          </p:cNvPr>
          <p:cNvCxnSpPr>
            <a:cxnSpLocks/>
          </p:cNvCxnSpPr>
          <p:nvPr/>
        </p:nvCxnSpPr>
        <p:spPr>
          <a:xfrm flipV="1">
            <a:off x="667062" y="1077097"/>
            <a:ext cx="0" cy="52269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1E6C3540-B57A-D05B-B275-0CA33FAF8030}"/>
              </a:ext>
            </a:extLst>
          </p:cNvPr>
          <p:cNvSpPr/>
          <p:nvPr/>
        </p:nvSpPr>
        <p:spPr>
          <a:xfrm>
            <a:off x="1235723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822EE07-C797-4F36-5FFD-794D5326E6BE}"/>
              </a:ext>
            </a:extLst>
          </p:cNvPr>
          <p:cNvSpPr txBox="1"/>
          <p:nvPr/>
        </p:nvSpPr>
        <p:spPr>
          <a:xfrm>
            <a:off x="1191514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0E3848C-A878-0B7C-9E5C-B5008D6E037E}"/>
              </a:ext>
            </a:extLst>
          </p:cNvPr>
          <p:cNvSpPr txBox="1"/>
          <p:nvPr/>
        </p:nvSpPr>
        <p:spPr>
          <a:xfrm>
            <a:off x="2033462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B4797A0-1CBF-9703-43E0-1AF463037423}"/>
              </a:ext>
            </a:extLst>
          </p:cNvPr>
          <p:cNvSpPr txBox="1"/>
          <p:nvPr/>
        </p:nvSpPr>
        <p:spPr>
          <a:xfrm>
            <a:off x="2875410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448F4A0-4147-3BAB-B064-DFD9B49A45DF}"/>
              </a:ext>
            </a:extLst>
          </p:cNvPr>
          <p:cNvSpPr txBox="1"/>
          <p:nvPr/>
        </p:nvSpPr>
        <p:spPr>
          <a:xfrm>
            <a:off x="3717358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89DB884-61B8-DCB6-A842-3A85A9A84B98}"/>
              </a:ext>
            </a:extLst>
          </p:cNvPr>
          <p:cNvSpPr txBox="1"/>
          <p:nvPr/>
        </p:nvSpPr>
        <p:spPr>
          <a:xfrm>
            <a:off x="4559306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FCD7AD-8180-BB41-7E70-9104F01EECA3}"/>
              </a:ext>
            </a:extLst>
          </p:cNvPr>
          <p:cNvSpPr txBox="1"/>
          <p:nvPr/>
        </p:nvSpPr>
        <p:spPr>
          <a:xfrm>
            <a:off x="5401254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7ED06FF-2746-52AF-B763-393EA06188C6}"/>
              </a:ext>
            </a:extLst>
          </p:cNvPr>
          <p:cNvSpPr txBox="1"/>
          <p:nvPr/>
        </p:nvSpPr>
        <p:spPr>
          <a:xfrm>
            <a:off x="6253680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65F7697-565F-1034-1405-D0587BA95BB6}"/>
              </a:ext>
            </a:extLst>
          </p:cNvPr>
          <p:cNvSpPr txBox="1"/>
          <p:nvPr/>
        </p:nvSpPr>
        <p:spPr>
          <a:xfrm>
            <a:off x="7090552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9CD3D6D-D29B-3958-ED1B-2C4FFF6CF103}"/>
              </a:ext>
            </a:extLst>
          </p:cNvPr>
          <p:cNvSpPr txBox="1"/>
          <p:nvPr/>
        </p:nvSpPr>
        <p:spPr>
          <a:xfrm>
            <a:off x="7937495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9A71E7D-AB54-81DA-49A1-AF344B7D3622}"/>
              </a:ext>
            </a:extLst>
          </p:cNvPr>
          <p:cNvSpPr txBox="1"/>
          <p:nvPr/>
        </p:nvSpPr>
        <p:spPr>
          <a:xfrm>
            <a:off x="8784438" y="638129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0E40B3F-E341-FE8A-1652-13D8029E485A}"/>
              </a:ext>
            </a:extLst>
          </p:cNvPr>
          <p:cNvSpPr txBox="1"/>
          <p:nvPr/>
        </p:nvSpPr>
        <p:spPr>
          <a:xfrm>
            <a:off x="9621310" y="6381292"/>
            <a:ext cx="427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74DED3C-47D9-CA4E-70AA-55E126CA4B0F}"/>
              </a:ext>
            </a:extLst>
          </p:cNvPr>
          <p:cNvSpPr txBox="1"/>
          <p:nvPr/>
        </p:nvSpPr>
        <p:spPr>
          <a:xfrm>
            <a:off x="236578" y="5703047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414DB8-866E-4ADC-D1F1-9260C5DC49C9}"/>
              </a:ext>
            </a:extLst>
          </p:cNvPr>
          <p:cNvSpPr txBox="1"/>
          <p:nvPr/>
        </p:nvSpPr>
        <p:spPr>
          <a:xfrm>
            <a:off x="244555" y="5180800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ACAFF30-C425-56A0-ED90-ED26C0F60E94}"/>
              </a:ext>
            </a:extLst>
          </p:cNvPr>
          <p:cNvSpPr txBox="1"/>
          <p:nvPr/>
        </p:nvSpPr>
        <p:spPr>
          <a:xfrm>
            <a:off x="244554" y="4658553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A685F5D-518C-B572-FD77-7F6DDB952EC8}"/>
              </a:ext>
            </a:extLst>
          </p:cNvPr>
          <p:cNvSpPr txBox="1"/>
          <p:nvPr/>
        </p:nvSpPr>
        <p:spPr>
          <a:xfrm>
            <a:off x="244553" y="4136306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3963D5F-ED90-ADFE-9BCF-91C567C68039}"/>
              </a:ext>
            </a:extLst>
          </p:cNvPr>
          <p:cNvSpPr txBox="1"/>
          <p:nvPr/>
        </p:nvSpPr>
        <p:spPr>
          <a:xfrm>
            <a:off x="236577" y="3614059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AE9A900-6C59-4A61-AE35-600941F008DC}"/>
              </a:ext>
            </a:extLst>
          </p:cNvPr>
          <p:cNvSpPr txBox="1"/>
          <p:nvPr/>
        </p:nvSpPr>
        <p:spPr>
          <a:xfrm>
            <a:off x="236576" y="3091812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BB386DA-3163-8AA7-5041-7525A7DD1EAB}"/>
              </a:ext>
            </a:extLst>
          </p:cNvPr>
          <p:cNvSpPr txBox="1"/>
          <p:nvPr/>
        </p:nvSpPr>
        <p:spPr>
          <a:xfrm>
            <a:off x="236575" y="2569565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D891191-442B-AA47-A0B4-09F329E16BF9}"/>
              </a:ext>
            </a:extLst>
          </p:cNvPr>
          <p:cNvSpPr txBox="1"/>
          <p:nvPr/>
        </p:nvSpPr>
        <p:spPr>
          <a:xfrm>
            <a:off x="244552" y="2047318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248551B-5056-98B9-F0AA-F78C23F5FC4F}"/>
              </a:ext>
            </a:extLst>
          </p:cNvPr>
          <p:cNvSpPr txBox="1"/>
          <p:nvPr/>
        </p:nvSpPr>
        <p:spPr>
          <a:xfrm>
            <a:off x="236574" y="1525071"/>
            <a:ext cx="2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A37D1687-FEEB-F03C-C049-D6B09D209D1C}"/>
              </a:ext>
            </a:extLst>
          </p:cNvPr>
          <p:cNvSpPr/>
          <p:nvPr/>
        </p:nvSpPr>
        <p:spPr>
          <a:xfrm>
            <a:off x="1235723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1645162C-8A24-2626-956E-8D16DF646006}"/>
              </a:ext>
            </a:extLst>
          </p:cNvPr>
          <p:cNvSpPr/>
          <p:nvPr/>
        </p:nvSpPr>
        <p:spPr>
          <a:xfrm>
            <a:off x="1235722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2C61B1A3-7609-189A-E7AB-BC5756ECA41A}"/>
              </a:ext>
            </a:extLst>
          </p:cNvPr>
          <p:cNvSpPr/>
          <p:nvPr/>
        </p:nvSpPr>
        <p:spPr>
          <a:xfrm>
            <a:off x="1235721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7483194E-5930-D01C-B61F-7035C6152DD0}"/>
              </a:ext>
            </a:extLst>
          </p:cNvPr>
          <p:cNvSpPr/>
          <p:nvPr/>
        </p:nvSpPr>
        <p:spPr>
          <a:xfrm>
            <a:off x="1235720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4224E99-2C13-BF5F-A597-B495E9DD3EF5}"/>
              </a:ext>
            </a:extLst>
          </p:cNvPr>
          <p:cNvSpPr/>
          <p:nvPr/>
        </p:nvSpPr>
        <p:spPr>
          <a:xfrm>
            <a:off x="1235719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7959A58-5358-1827-2362-23088909B7D8}"/>
              </a:ext>
            </a:extLst>
          </p:cNvPr>
          <p:cNvSpPr/>
          <p:nvPr/>
        </p:nvSpPr>
        <p:spPr>
          <a:xfrm>
            <a:off x="1235718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637F0618-C0BF-5B16-1A66-2E9F382DDCEC}"/>
              </a:ext>
            </a:extLst>
          </p:cNvPr>
          <p:cNvSpPr/>
          <p:nvPr/>
        </p:nvSpPr>
        <p:spPr>
          <a:xfrm>
            <a:off x="1235718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5BA62D09-0692-5D61-AAA8-B1FD3E2EF748}"/>
              </a:ext>
            </a:extLst>
          </p:cNvPr>
          <p:cNvSpPr/>
          <p:nvPr/>
        </p:nvSpPr>
        <p:spPr>
          <a:xfrm>
            <a:off x="1235717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0C47F552-EF0F-3E79-98B3-47A993D194C6}"/>
              </a:ext>
            </a:extLst>
          </p:cNvPr>
          <p:cNvSpPr/>
          <p:nvPr/>
        </p:nvSpPr>
        <p:spPr>
          <a:xfrm>
            <a:off x="2121923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AED5DCB-3F77-7B03-FCF0-430CB2C2430C}"/>
              </a:ext>
            </a:extLst>
          </p:cNvPr>
          <p:cNvSpPr/>
          <p:nvPr/>
        </p:nvSpPr>
        <p:spPr>
          <a:xfrm>
            <a:off x="2121923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0C1B6965-7036-5473-1E46-9D3EA5349664}"/>
              </a:ext>
            </a:extLst>
          </p:cNvPr>
          <p:cNvSpPr/>
          <p:nvPr/>
        </p:nvSpPr>
        <p:spPr>
          <a:xfrm>
            <a:off x="2121922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A741A38F-AB0C-C436-7061-BA8CC231DEED}"/>
              </a:ext>
            </a:extLst>
          </p:cNvPr>
          <p:cNvSpPr/>
          <p:nvPr/>
        </p:nvSpPr>
        <p:spPr>
          <a:xfrm>
            <a:off x="2121921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B5DD771A-2C09-639E-B4B9-E5E34BAEA0A7}"/>
              </a:ext>
            </a:extLst>
          </p:cNvPr>
          <p:cNvSpPr/>
          <p:nvPr/>
        </p:nvSpPr>
        <p:spPr>
          <a:xfrm>
            <a:off x="2121920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B01B7A1E-8AD2-ABE7-2301-C593A64910E8}"/>
              </a:ext>
            </a:extLst>
          </p:cNvPr>
          <p:cNvSpPr/>
          <p:nvPr/>
        </p:nvSpPr>
        <p:spPr>
          <a:xfrm>
            <a:off x="2121919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8E6F35EC-0B48-6B64-367E-F7FA59D2DE4D}"/>
              </a:ext>
            </a:extLst>
          </p:cNvPr>
          <p:cNvSpPr/>
          <p:nvPr/>
        </p:nvSpPr>
        <p:spPr>
          <a:xfrm>
            <a:off x="2121918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7832751D-441F-9D89-FA53-28A548C878B4}"/>
              </a:ext>
            </a:extLst>
          </p:cNvPr>
          <p:cNvSpPr/>
          <p:nvPr/>
        </p:nvSpPr>
        <p:spPr>
          <a:xfrm>
            <a:off x="2121918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1E26F280-A861-ACDF-00CE-C85BC08CE97E}"/>
              </a:ext>
            </a:extLst>
          </p:cNvPr>
          <p:cNvSpPr/>
          <p:nvPr/>
        </p:nvSpPr>
        <p:spPr>
          <a:xfrm>
            <a:off x="2121917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43B53DAF-1DDB-9FF5-64CD-3AAF351F171F}"/>
              </a:ext>
            </a:extLst>
          </p:cNvPr>
          <p:cNvSpPr/>
          <p:nvPr/>
        </p:nvSpPr>
        <p:spPr>
          <a:xfrm>
            <a:off x="2942585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1EE169A2-EBC5-8278-E3FF-79BC15615FF7}"/>
              </a:ext>
            </a:extLst>
          </p:cNvPr>
          <p:cNvSpPr/>
          <p:nvPr/>
        </p:nvSpPr>
        <p:spPr>
          <a:xfrm>
            <a:off x="2942585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B65836C2-3BC3-B471-0197-60EA04CFA583}"/>
              </a:ext>
            </a:extLst>
          </p:cNvPr>
          <p:cNvSpPr/>
          <p:nvPr/>
        </p:nvSpPr>
        <p:spPr>
          <a:xfrm>
            <a:off x="2942584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EE3D83F7-DAF7-60C5-C7EB-7B8E5AB25F27}"/>
              </a:ext>
            </a:extLst>
          </p:cNvPr>
          <p:cNvSpPr/>
          <p:nvPr/>
        </p:nvSpPr>
        <p:spPr>
          <a:xfrm>
            <a:off x="2942583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FE8FF8B4-369A-86CB-D16D-0F9AA41009CA}"/>
              </a:ext>
            </a:extLst>
          </p:cNvPr>
          <p:cNvSpPr/>
          <p:nvPr/>
        </p:nvSpPr>
        <p:spPr>
          <a:xfrm>
            <a:off x="2942582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5831148D-A129-E40D-9F37-D34F5427975D}"/>
              </a:ext>
            </a:extLst>
          </p:cNvPr>
          <p:cNvSpPr/>
          <p:nvPr/>
        </p:nvSpPr>
        <p:spPr>
          <a:xfrm>
            <a:off x="2942581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ACC6E8C6-0C9F-B7DA-5310-1EEDE0DFA910}"/>
              </a:ext>
            </a:extLst>
          </p:cNvPr>
          <p:cNvSpPr/>
          <p:nvPr/>
        </p:nvSpPr>
        <p:spPr>
          <a:xfrm>
            <a:off x="2942580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3F2B51F4-B2BE-4DEF-9DA4-2FE30ABC225F}"/>
              </a:ext>
            </a:extLst>
          </p:cNvPr>
          <p:cNvSpPr/>
          <p:nvPr/>
        </p:nvSpPr>
        <p:spPr>
          <a:xfrm>
            <a:off x="2942580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91289048-EA58-4D3A-78F2-50D66E17B581}"/>
              </a:ext>
            </a:extLst>
          </p:cNvPr>
          <p:cNvSpPr/>
          <p:nvPr/>
        </p:nvSpPr>
        <p:spPr>
          <a:xfrm>
            <a:off x="2942579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CC34FDA5-6EB9-7102-72F2-4CF4B5674089}"/>
              </a:ext>
            </a:extLst>
          </p:cNvPr>
          <p:cNvSpPr/>
          <p:nvPr/>
        </p:nvSpPr>
        <p:spPr>
          <a:xfrm>
            <a:off x="3770436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80817202-3943-0B53-1DC9-DA9C98A5D231}"/>
              </a:ext>
            </a:extLst>
          </p:cNvPr>
          <p:cNvSpPr/>
          <p:nvPr/>
        </p:nvSpPr>
        <p:spPr>
          <a:xfrm>
            <a:off x="3770436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0C769E21-A5E5-6730-1CE5-1C7DE27F6572}"/>
              </a:ext>
            </a:extLst>
          </p:cNvPr>
          <p:cNvSpPr/>
          <p:nvPr/>
        </p:nvSpPr>
        <p:spPr>
          <a:xfrm>
            <a:off x="3770435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5589422-7F6B-9991-0E62-E5C78B964C7C}"/>
              </a:ext>
            </a:extLst>
          </p:cNvPr>
          <p:cNvSpPr/>
          <p:nvPr/>
        </p:nvSpPr>
        <p:spPr>
          <a:xfrm>
            <a:off x="3770434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9F9B202-FA92-FE21-35B0-2739ABD3DEE8}"/>
              </a:ext>
            </a:extLst>
          </p:cNvPr>
          <p:cNvSpPr/>
          <p:nvPr/>
        </p:nvSpPr>
        <p:spPr>
          <a:xfrm>
            <a:off x="3770433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A182B3E1-4871-C173-C919-A6CB76C51992}"/>
              </a:ext>
            </a:extLst>
          </p:cNvPr>
          <p:cNvSpPr/>
          <p:nvPr/>
        </p:nvSpPr>
        <p:spPr>
          <a:xfrm>
            <a:off x="3770432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AEA82BF4-45AF-511E-38AD-DB2197C53C2B}"/>
              </a:ext>
            </a:extLst>
          </p:cNvPr>
          <p:cNvSpPr/>
          <p:nvPr/>
        </p:nvSpPr>
        <p:spPr>
          <a:xfrm>
            <a:off x="3770431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BCE6EA67-DAD4-6C98-8912-690E025C8226}"/>
              </a:ext>
            </a:extLst>
          </p:cNvPr>
          <p:cNvSpPr/>
          <p:nvPr/>
        </p:nvSpPr>
        <p:spPr>
          <a:xfrm>
            <a:off x="3770431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F7776AE-9ACC-1F37-FA25-29CDF1687BAD}"/>
              </a:ext>
            </a:extLst>
          </p:cNvPr>
          <p:cNvSpPr/>
          <p:nvPr/>
        </p:nvSpPr>
        <p:spPr>
          <a:xfrm>
            <a:off x="3770430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160737BD-A736-EA10-D1C8-8F9B9058570C}"/>
              </a:ext>
            </a:extLst>
          </p:cNvPr>
          <p:cNvSpPr/>
          <p:nvPr/>
        </p:nvSpPr>
        <p:spPr>
          <a:xfrm>
            <a:off x="4598280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5E7535A8-B60E-8FDF-07A4-1FE1F8AE4BA1}"/>
              </a:ext>
            </a:extLst>
          </p:cNvPr>
          <p:cNvSpPr/>
          <p:nvPr/>
        </p:nvSpPr>
        <p:spPr>
          <a:xfrm>
            <a:off x="4598280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D6B1ACCF-C337-B205-2083-61134DC3B989}"/>
              </a:ext>
            </a:extLst>
          </p:cNvPr>
          <p:cNvSpPr/>
          <p:nvPr/>
        </p:nvSpPr>
        <p:spPr>
          <a:xfrm>
            <a:off x="4598279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7758EB27-786B-7915-37B6-7863E93B015E}"/>
              </a:ext>
            </a:extLst>
          </p:cNvPr>
          <p:cNvSpPr/>
          <p:nvPr/>
        </p:nvSpPr>
        <p:spPr>
          <a:xfrm>
            <a:off x="4598278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AD3A4904-8587-2844-E3C9-7D5F5419CA9A}"/>
              </a:ext>
            </a:extLst>
          </p:cNvPr>
          <p:cNvSpPr/>
          <p:nvPr/>
        </p:nvSpPr>
        <p:spPr>
          <a:xfrm>
            <a:off x="4598277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6F2CABE0-FC46-C244-07B0-7D47BF49196A}"/>
              </a:ext>
            </a:extLst>
          </p:cNvPr>
          <p:cNvSpPr/>
          <p:nvPr/>
        </p:nvSpPr>
        <p:spPr>
          <a:xfrm>
            <a:off x="4598276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DF3F208F-CD8B-766B-04E9-2AC3C8E9A8BD}"/>
              </a:ext>
            </a:extLst>
          </p:cNvPr>
          <p:cNvSpPr/>
          <p:nvPr/>
        </p:nvSpPr>
        <p:spPr>
          <a:xfrm>
            <a:off x="4598275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7EAF6360-6E88-FE94-245C-A407600ECE07}"/>
              </a:ext>
            </a:extLst>
          </p:cNvPr>
          <p:cNvSpPr/>
          <p:nvPr/>
        </p:nvSpPr>
        <p:spPr>
          <a:xfrm>
            <a:off x="4598275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BFECE945-98B4-B03E-4D7B-8826D96C5F5A}"/>
              </a:ext>
            </a:extLst>
          </p:cNvPr>
          <p:cNvSpPr/>
          <p:nvPr/>
        </p:nvSpPr>
        <p:spPr>
          <a:xfrm>
            <a:off x="4598274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B42B908A-6B2F-E7C9-5834-8409D0D55FA6}"/>
              </a:ext>
            </a:extLst>
          </p:cNvPr>
          <p:cNvSpPr/>
          <p:nvPr/>
        </p:nvSpPr>
        <p:spPr>
          <a:xfrm>
            <a:off x="5513561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B256316D-8593-6ED5-AC5F-88E87BC25108}"/>
              </a:ext>
            </a:extLst>
          </p:cNvPr>
          <p:cNvSpPr/>
          <p:nvPr/>
        </p:nvSpPr>
        <p:spPr>
          <a:xfrm>
            <a:off x="5513561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96D88382-E366-7E04-B29E-A038C7F608DD}"/>
              </a:ext>
            </a:extLst>
          </p:cNvPr>
          <p:cNvSpPr/>
          <p:nvPr/>
        </p:nvSpPr>
        <p:spPr>
          <a:xfrm>
            <a:off x="5513560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16C5A9E4-2F09-9EBA-A11D-236F919741BE}"/>
              </a:ext>
            </a:extLst>
          </p:cNvPr>
          <p:cNvSpPr/>
          <p:nvPr/>
        </p:nvSpPr>
        <p:spPr>
          <a:xfrm>
            <a:off x="5513559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834801B6-0D9C-88BC-6333-D7E30E7033CB}"/>
              </a:ext>
            </a:extLst>
          </p:cNvPr>
          <p:cNvSpPr/>
          <p:nvPr/>
        </p:nvSpPr>
        <p:spPr>
          <a:xfrm>
            <a:off x="5513558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29D7646A-D623-0B8C-74BD-9C3F3617B2A5}"/>
              </a:ext>
            </a:extLst>
          </p:cNvPr>
          <p:cNvSpPr/>
          <p:nvPr/>
        </p:nvSpPr>
        <p:spPr>
          <a:xfrm>
            <a:off x="5513557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29AD1361-CDB6-6605-ECC9-D2DB94D2454C}"/>
              </a:ext>
            </a:extLst>
          </p:cNvPr>
          <p:cNvSpPr/>
          <p:nvPr/>
        </p:nvSpPr>
        <p:spPr>
          <a:xfrm>
            <a:off x="5513556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91B3C0AD-41B0-5ED5-F422-C6211F3D6DEF}"/>
              </a:ext>
            </a:extLst>
          </p:cNvPr>
          <p:cNvSpPr/>
          <p:nvPr/>
        </p:nvSpPr>
        <p:spPr>
          <a:xfrm>
            <a:off x="5513556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9E8CA9F9-41A3-2F0E-4847-F99B7D34B68A}"/>
              </a:ext>
            </a:extLst>
          </p:cNvPr>
          <p:cNvSpPr/>
          <p:nvPr/>
        </p:nvSpPr>
        <p:spPr>
          <a:xfrm>
            <a:off x="5513555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EEFB7CDF-04DE-2FEF-1717-1284E6FF984B}"/>
              </a:ext>
            </a:extLst>
          </p:cNvPr>
          <p:cNvSpPr/>
          <p:nvPr/>
        </p:nvSpPr>
        <p:spPr>
          <a:xfrm>
            <a:off x="6338842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DD4DF9D5-58D5-2AFB-89F0-456601997B16}"/>
              </a:ext>
            </a:extLst>
          </p:cNvPr>
          <p:cNvSpPr/>
          <p:nvPr/>
        </p:nvSpPr>
        <p:spPr>
          <a:xfrm>
            <a:off x="6338842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25A0F1EB-1A27-EEA0-4D4B-02B2D85C6409}"/>
              </a:ext>
            </a:extLst>
          </p:cNvPr>
          <p:cNvSpPr/>
          <p:nvPr/>
        </p:nvSpPr>
        <p:spPr>
          <a:xfrm>
            <a:off x="6338841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2E987A75-E516-750C-EB88-ACC28FCDA591}"/>
              </a:ext>
            </a:extLst>
          </p:cNvPr>
          <p:cNvSpPr/>
          <p:nvPr/>
        </p:nvSpPr>
        <p:spPr>
          <a:xfrm>
            <a:off x="6338840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360AC30A-A377-2848-D6AC-9AD7A6236E5A}"/>
              </a:ext>
            </a:extLst>
          </p:cNvPr>
          <p:cNvSpPr/>
          <p:nvPr/>
        </p:nvSpPr>
        <p:spPr>
          <a:xfrm>
            <a:off x="6338839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2D39669B-BB0F-BB46-B6B2-F188ECED066F}"/>
              </a:ext>
            </a:extLst>
          </p:cNvPr>
          <p:cNvSpPr/>
          <p:nvPr/>
        </p:nvSpPr>
        <p:spPr>
          <a:xfrm>
            <a:off x="6338838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8DAF9BC3-057A-A5DA-1784-8609C613E793}"/>
              </a:ext>
            </a:extLst>
          </p:cNvPr>
          <p:cNvSpPr/>
          <p:nvPr/>
        </p:nvSpPr>
        <p:spPr>
          <a:xfrm>
            <a:off x="6338837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906C64D5-B763-1293-0D6F-1D8FEAC77CDD}"/>
              </a:ext>
            </a:extLst>
          </p:cNvPr>
          <p:cNvSpPr/>
          <p:nvPr/>
        </p:nvSpPr>
        <p:spPr>
          <a:xfrm>
            <a:off x="6338837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FDDC7B56-E15A-D80E-5606-0CB2B8E1D918}"/>
              </a:ext>
            </a:extLst>
          </p:cNvPr>
          <p:cNvSpPr/>
          <p:nvPr/>
        </p:nvSpPr>
        <p:spPr>
          <a:xfrm>
            <a:off x="6338836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798619B0-68DB-9804-900D-C90B06FC6B23}"/>
              </a:ext>
            </a:extLst>
          </p:cNvPr>
          <p:cNvSpPr/>
          <p:nvPr/>
        </p:nvSpPr>
        <p:spPr>
          <a:xfrm>
            <a:off x="7179156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02C39293-9DB9-9E28-972A-0AF153526891}"/>
              </a:ext>
            </a:extLst>
          </p:cNvPr>
          <p:cNvSpPr/>
          <p:nvPr/>
        </p:nvSpPr>
        <p:spPr>
          <a:xfrm>
            <a:off x="7179156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388A6581-BCA0-1908-2ED6-13DBC9535848}"/>
              </a:ext>
            </a:extLst>
          </p:cNvPr>
          <p:cNvSpPr/>
          <p:nvPr/>
        </p:nvSpPr>
        <p:spPr>
          <a:xfrm>
            <a:off x="7179155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50942E24-53ED-2E36-9982-8D6148B78215}"/>
              </a:ext>
            </a:extLst>
          </p:cNvPr>
          <p:cNvSpPr/>
          <p:nvPr/>
        </p:nvSpPr>
        <p:spPr>
          <a:xfrm>
            <a:off x="7179154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67CC6299-6567-F519-8CB3-9533098787B7}"/>
              </a:ext>
            </a:extLst>
          </p:cNvPr>
          <p:cNvSpPr/>
          <p:nvPr/>
        </p:nvSpPr>
        <p:spPr>
          <a:xfrm>
            <a:off x="7179153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A6190C60-A052-AE3F-2F92-124FA098E7B5}"/>
              </a:ext>
            </a:extLst>
          </p:cNvPr>
          <p:cNvSpPr/>
          <p:nvPr/>
        </p:nvSpPr>
        <p:spPr>
          <a:xfrm>
            <a:off x="7179152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F9DCAF4D-DFFF-DC1C-AF90-A36D68EECF30}"/>
              </a:ext>
            </a:extLst>
          </p:cNvPr>
          <p:cNvSpPr/>
          <p:nvPr/>
        </p:nvSpPr>
        <p:spPr>
          <a:xfrm>
            <a:off x="7179151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87619CF1-61F9-4DFE-D7EC-5A1876426335}"/>
              </a:ext>
            </a:extLst>
          </p:cNvPr>
          <p:cNvSpPr/>
          <p:nvPr/>
        </p:nvSpPr>
        <p:spPr>
          <a:xfrm>
            <a:off x="7179151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658A668F-2DA7-9751-B50F-C49C29C2CEAA}"/>
              </a:ext>
            </a:extLst>
          </p:cNvPr>
          <p:cNvSpPr/>
          <p:nvPr/>
        </p:nvSpPr>
        <p:spPr>
          <a:xfrm>
            <a:off x="7179150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58158262-81D3-24F7-56AB-FCB2BF800621}"/>
              </a:ext>
            </a:extLst>
          </p:cNvPr>
          <p:cNvSpPr/>
          <p:nvPr/>
        </p:nvSpPr>
        <p:spPr>
          <a:xfrm>
            <a:off x="7986631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27121AA2-56A0-2CC8-8C88-202AA249E205}"/>
              </a:ext>
            </a:extLst>
          </p:cNvPr>
          <p:cNvSpPr/>
          <p:nvPr/>
        </p:nvSpPr>
        <p:spPr>
          <a:xfrm>
            <a:off x="7986631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8E1F8BC8-BDBC-5140-F6D1-894AE45DD657}"/>
              </a:ext>
            </a:extLst>
          </p:cNvPr>
          <p:cNvSpPr/>
          <p:nvPr/>
        </p:nvSpPr>
        <p:spPr>
          <a:xfrm>
            <a:off x="7986630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C6DFC37C-55E0-96CC-972F-2CA0D7A2248A}"/>
              </a:ext>
            </a:extLst>
          </p:cNvPr>
          <p:cNvSpPr/>
          <p:nvPr/>
        </p:nvSpPr>
        <p:spPr>
          <a:xfrm>
            <a:off x="7986629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FF8AD77D-02F6-EA6C-604A-070D5CBDBF84}"/>
              </a:ext>
            </a:extLst>
          </p:cNvPr>
          <p:cNvSpPr/>
          <p:nvPr/>
        </p:nvSpPr>
        <p:spPr>
          <a:xfrm>
            <a:off x="7986628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D628191A-82DB-FAA1-EFED-1401A9E8BBB6}"/>
              </a:ext>
            </a:extLst>
          </p:cNvPr>
          <p:cNvSpPr/>
          <p:nvPr/>
        </p:nvSpPr>
        <p:spPr>
          <a:xfrm>
            <a:off x="7986627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83852224-78CD-EB5E-0037-DAB8ECC78D1A}"/>
              </a:ext>
            </a:extLst>
          </p:cNvPr>
          <p:cNvSpPr/>
          <p:nvPr/>
        </p:nvSpPr>
        <p:spPr>
          <a:xfrm>
            <a:off x="7986626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D02B4254-D5CF-5B04-3905-4ECB7A057F65}"/>
              </a:ext>
            </a:extLst>
          </p:cNvPr>
          <p:cNvSpPr/>
          <p:nvPr/>
        </p:nvSpPr>
        <p:spPr>
          <a:xfrm>
            <a:off x="7986626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3F5FB407-82CE-71B3-A3CB-2A2300E035FC}"/>
              </a:ext>
            </a:extLst>
          </p:cNvPr>
          <p:cNvSpPr/>
          <p:nvPr/>
        </p:nvSpPr>
        <p:spPr>
          <a:xfrm>
            <a:off x="7986625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829819FE-15B5-1255-8F91-6A04D4E68FC8}"/>
              </a:ext>
            </a:extLst>
          </p:cNvPr>
          <p:cNvSpPr/>
          <p:nvPr/>
        </p:nvSpPr>
        <p:spPr>
          <a:xfrm>
            <a:off x="8784438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27B33758-B710-C700-4BE7-D2C8ED4BDD79}"/>
              </a:ext>
            </a:extLst>
          </p:cNvPr>
          <p:cNvSpPr/>
          <p:nvPr/>
        </p:nvSpPr>
        <p:spPr>
          <a:xfrm>
            <a:off x="8784438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9D478E62-944E-9173-E4DD-7CA1AE131DB9}"/>
              </a:ext>
            </a:extLst>
          </p:cNvPr>
          <p:cNvSpPr/>
          <p:nvPr/>
        </p:nvSpPr>
        <p:spPr>
          <a:xfrm>
            <a:off x="8784437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1B81B009-AD47-C85E-B3FC-E4A864ACA0A5}"/>
              </a:ext>
            </a:extLst>
          </p:cNvPr>
          <p:cNvSpPr/>
          <p:nvPr/>
        </p:nvSpPr>
        <p:spPr>
          <a:xfrm>
            <a:off x="8784436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5DA3AB3C-B97C-1C4F-2891-DAAEF7637085}"/>
              </a:ext>
            </a:extLst>
          </p:cNvPr>
          <p:cNvSpPr/>
          <p:nvPr/>
        </p:nvSpPr>
        <p:spPr>
          <a:xfrm>
            <a:off x="8784435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026CA282-63CF-1BCF-65B4-B49B3637A094}"/>
              </a:ext>
            </a:extLst>
          </p:cNvPr>
          <p:cNvSpPr/>
          <p:nvPr/>
        </p:nvSpPr>
        <p:spPr>
          <a:xfrm>
            <a:off x="8784434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76C17870-BA8E-9866-2F48-D12D0F83D897}"/>
              </a:ext>
            </a:extLst>
          </p:cNvPr>
          <p:cNvSpPr/>
          <p:nvPr/>
        </p:nvSpPr>
        <p:spPr>
          <a:xfrm>
            <a:off x="8784433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7AFA0DA9-680F-41C8-458B-AF4ED759966F}"/>
              </a:ext>
            </a:extLst>
          </p:cNvPr>
          <p:cNvSpPr/>
          <p:nvPr/>
        </p:nvSpPr>
        <p:spPr>
          <a:xfrm>
            <a:off x="8784433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0E059ACF-2D0D-0216-B270-BB5C60775D16}"/>
              </a:ext>
            </a:extLst>
          </p:cNvPr>
          <p:cNvSpPr/>
          <p:nvPr/>
        </p:nvSpPr>
        <p:spPr>
          <a:xfrm>
            <a:off x="8784432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4770B00A-49D5-06D1-98EB-05EAD2DD93F8}"/>
              </a:ext>
            </a:extLst>
          </p:cNvPr>
          <p:cNvSpPr/>
          <p:nvPr/>
        </p:nvSpPr>
        <p:spPr>
          <a:xfrm>
            <a:off x="9673328" y="5785769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162E485B-408B-8D17-B0B4-F5E1D32C9E3A}"/>
              </a:ext>
            </a:extLst>
          </p:cNvPr>
          <p:cNvSpPr/>
          <p:nvPr/>
        </p:nvSpPr>
        <p:spPr>
          <a:xfrm>
            <a:off x="9673328" y="526752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444FB6F8-0E37-E413-E0A0-97AAEB900769}"/>
              </a:ext>
            </a:extLst>
          </p:cNvPr>
          <p:cNvSpPr/>
          <p:nvPr/>
        </p:nvSpPr>
        <p:spPr>
          <a:xfrm>
            <a:off x="9673327" y="4741275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4BEB324D-B89C-795B-DFA0-2BEC72784840}"/>
              </a:ext>
            </a:extLst>
          </p:cNvPr>
          <p:cNvSpPr/>
          <p:nvPr/>
        </p:nvSpPr>
        <p:spPr>
          <a:xfrm>
            <a:off x="9673326" y="421503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0C012BA4-7789-DA21-0F1B-C85DC80D4733}"/>
              </a:ext>
            </a:extLst>
          </p:cNvPr>
          <p:cNvSpPr/>
          <p:nvPr/>
        </p:nvSpPr>
        <p:spPr>
          <a:xfrm>
            <a:off x="9673325" y="369678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CF118766-4399-22C6-2C8F-C9FCCF62BB54}"/>
              </a:ext>
            </a:extLst>
          </p:cNvPr>
          <p:cNvSpPr/>
          <p:nvPr/>
        </p:nvSpPr>
        <p:spPr>
          <a:xfrm>
            <a:off x="9673324" y="3174534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0F6E751C-5897-BDBD-526C-53D1C22EC387}"/>
              </a:ext>
            </a:extLst>
          </p:cNvPr>
          <p:cNvSpPr/>
          <p:nvPr/>
        </p:nvSpPr>
        <p:spPr>
          <a:xfrm>
            <a:off x="9673323" y="2652287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04F66C11-7195-FD9B-978C-53B8B1225FE3}"/>
              </a:ext>
            </a:extLst>
          </p:cNvPr>
          <p:cNvSpPr/>
          <p:nvPr/>
        </p:nvSpPr>
        <p:spPr>
          <a:xfrm>
            <a:off x="9673323" y="2130040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9E702E25-2895-305B-54EE-1195051C2A40}"/>
              </a:ext>
            </a:extLst>
          </p:cNvPr>
          <p:cNvSpPr/>
          <p:nvPr/>
        </p:nvSpPr>
        <p:spPr>
          <a:xfrm>
            <a:off x="9673322" y="1611791"/>
            <a:ext cx="162000" cy="16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85DCF7CD-D676-7222-968C-E506009ADB34}"/>
              </a:ext>
            </a:extLst>
          </p:cNvPr>
          <p:cNvCxnSpPr>
            <a:cxnSpLocks/>
          </p:cNvCxnSpPr>
          <p:nvPr/>
        </p:nvCxnSpPr>
        <p:spPr>
          <a:xfrm flipV="1">
            <a:off x="1315555" y="1346886"/>
            <a:ext cx="0" cy="44838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F80B0A27-F53E-2114-01D4-3E2C1259248E}"/>
              </a:ext>
            </a:extLst>
          </p:cNvPr>
          <p:cNvCxnSpPr>
            <a:cxnSpLocks/>
          </p:cNvCxnSpPr>
          <p:nvPr/>
        </p:nvCxnSpPr>
        <p:spPr>
          <a:xfrm flipV="1">
            <a:off x="2203182" y="1353065"/>
            <a:ext cx="0" cy="44979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86920261-5F9E-A722-C229-16111BAA09F3}"/>
              </a:ext>
            </a:extLst>
          </p:cNvPr>
          <p:cNvCxnSpPr>
            <a:cxnSpLocks/>
          </p:cNvCxnSpPr>
          <p:nvPr/>
        </p:nvCxnSpPr>
        <p:spPr>
          <a:xfrm flipV="1">
            <a:off x="3024907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7D8B4FE-809A-1C5A-BF85-9EDD88E9EC3F}"/>
                  </a:ext>
                </a:extLst>
              </p:cNvPr>
              <p:cNvSpPr txBox="1"/>
              <p:nvPr/>
            </p:nvSpPr>
            <p:spPr>
              <a:xfrm>
                <a:off x="1036512" y="1010659"/>
                <a:ext cx="5604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7D8B4FE-809A-1C5A-BF85-9EDD88E9E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512" y="1010659"/>
                <a:ext cx="560410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101AB056-291E-8AF0-F760-856CFB3C01C1}"/>
                  </a:ext>
                </a:extLst>
              </p:cNvPr>
              <p:cNvSpPr txBox="1"/>
              <p:nvPr/>
            </p:nvSpPr>
            <p:spPr>
              <a:xfrm>
                <a:off x="1899410" y="101065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101AB056-291E-8AF0-F760-856CFB3C0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410" y="1010659"/>
                <a:ext cx="5610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523224D-9D7B-CBC9-BA47-683D52EB2B83}"/>
                  </a:ext>
                </a:extLst>
              </p:cNvPr>
              <p:cNvSpPr txBox="1"/>
              <p:nvPr/>
            </p:nvSpPr>
            <p:spPr>
              <a:xfrm>
                <a:off x="2741358" y="101065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523224D-9D7B-CBC9-BA47-683D52EB2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358" y="1010659"/>
                <a:ext cx="5610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5A958507-EF38-AC1B-2299-584E5DC2DD20}"/>
              </a:ext>
            </a:extLst>
          </p:cNvPr>
          <p:cNvCxnSpPr>
            <a:cxnSpLocks/>
          </p:cNvCxnSpPr>
          <p:nvPr/>
        </p:nvCxnSpPr>
        <p:spPr>
          <a:xfrm flipV="1">
            <a:off x="3856929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CE721BB1-3C98-064C-E439-20253D2BD169}"/>
              </a:ext>
            </a:extLst>
          </p:cNvPr>
          <p:cNvCxnSpPr>
            <a:cxnSpLocks/>
          </p:cNvCxnSpPr>
          <p:nvPr/>
        </p:nvCxnSpPr>
        <p:spPr>
          <a:xfrm flipV="1">
            <a:off x="4684832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7D0FCF4B-4143-E070-FE74-072761B76337}"/>
              </a:ext>
            </a:extLst>
          </p:cNvPr>
          <p:cNvCxnSpPr>
            <a:cxnSpLocks/>
          </p:cNvCxnSpPr>
          <p:nvPr/>
        </p:nvCxnSpPr>
        <p:spPr>
          <a:xfrm flipV="1">
            <a:off x="5599232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F8635DF-378B-732B-FCD6-63B88655D762}"/>
              </a:ext>
            </a:extLst>
          </p:cNvPr>
          <p:cNvCxnSpPr>
            <a:cxnSpLocks/>
          </p:cNvCxnSpPr>
          <p:nvPr/>
        </p:nvCxnSpPr>
        <p:spPr>
          <a:xfrm flipV="1">
            <a:off x="6433313" y="136268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2D3374B9-E950-E480-D5B8-1781E3805E69}"/>
              </a:ext>
            </a:extLst>
          </p:cNvPr>
          <p:cNvCxnSpPr>
            <a:cxnSpLocks/>
          </p:cNvCxnSpPr>
          <p:nvPr/>
        </p:nvCxnSpPr>
        <p:spPr>
          <a:xfrm flipV="1">
            <a:off x="7267393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55EED0A2-C9CE-6391-54EC-C0F0C6132A37}"/>
              </a:ext>
            </a:extLst>
          </p:cNvPr>
          <p:cNvCxnSpPr>
            <a:cxnSpLocks/>
          </p:cNvCxnSpPr>
          <p:nvPr/>
        </p:nvCxnSpPr>
        <p:spPr>
          <a:xfrm flipV="1">
            <a:off x="8070582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FA0FC765-7529-240A-FCE0-D3DC8A2E86E9}"/>
              </a:ext>
            </a:extLst>
          </p:cNvPr>
          <p:cNvCxnSpPr>
            <a:cxnSpLocks/>
          </p:cNvCxnSpPr>
          <p:nvPr/>
        </p:nvCxnSpPr>
        <p:spPr>
          <a:xfrm flipV="1">
            <a:off x="8867594" y="1321518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80D28726-472D-E6FA-2811-1F11C0C09A17}"/>
              </a:ext>
            </a:extLst>
          </p:cNvPr>
          <p:cNvCxnSpPr>
            <a:cxnSpLocks/>
          </p:cNvCxnSpPr>
          <p:nvPr/>
        </p:nvCxnSpPr>
        <p:spPr>
          <a:xfrm flipV="1">
            <a:off x="9763458" y="1315391"/>
            <a:ext cx="0" cy="458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7FE0BAFE-0C07-F995-8E5B-BAF938386439}"/>
                  </a:ext>
                </a:extLst>
              </p:cNvPr>
              <p:cNvSpPr txBox="1"/>
              <p:nvPr/>
            </p:nvSpPr>
            <p:spPr>
              <a:xfrm>
                <a:off x="3570904" y="101065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7FE0BAFE-0C07-F995-8E5B-BAF938386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904" y="1010659"/>
                <a:ext cx="5610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033ABBDA-A1FD-6278-3BAB-05DEFF2500A9}"/>
                  </a:ext>
                </a:extLst>
              </p:cNvPr>
              <p:cNvSpPr txBox="1"/>
              <p:nvPr/>
            </p:nvSpPr>
            <p:spPr>
              <a:xfrm>
                <a:off x="4398748" y="101065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033ABBDA-A1FD-6278-3BAB-05DEFF250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748" y="1010659"/>
                <a:ext cx="56105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0D235F96-4387-E400-F0A1-97B64088255B}"/>
                  </a:ext>
                </a:extLst>
              </p:cNvPr>
              <p:cNvSpPr txBox="1"/>
              <p:nvPr/>
            </p:nvSpPr>
            <p:spPr>
              <a:xfrm>
                <a:off x="5266881" y="101065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0D235F96-4387-E400-F0A1-97B640882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881" y="1010659"/>
                <a:ext cx="56105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0965952B-49D6-8ECC-597C-277F28180CF1}"/>
                  </a:ext>
                </a:extLst>
              </p:cNvPr>
              <p:cNvSpPr txBox="1"/>
              <p:nvPr/>
            </p:nvSpPr>
            <p:spPr>
              <a:xfrm>
                <a:off x="6938622" y="1018319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0965952B-49D6-8ECC-597C-277F28180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622" y="1018319"/>
                <a:ext cx="5610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C73D3AC6-A544-781B-F0B0-30E3BEF2F5BF}"/>
                  </a:ext>
                </a:extLst>
              </p:cNvPr>
              <p:cNvSpPr txBox="1"/>
              <p:nvPr/>
            </p:nvSpPr>
            <p:spPr>
              <a:xfrm>
                <a:off x="7738149" y="1014715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C73D3AC6-A544-781B-F0B0-30E3BEF2F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149" y="1014715"/>
                <a:ext cx="56105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3B0202C1-1586-5599-032F-42D30EB7AF4F}"/>
                  </a:ext>
                </a:extLst>
              </p:cNvPr>
              <p:cNvSpPr txBox="1"/>
              <p:nvPr/>
            </p:nvSpPr>
            <p:spPr>
              <a:xfrm>
                <a:off x="8523302" y="1008657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3B0202C1-1586-5599-032F-42D30EB7A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302" y="1008657"/>
                <a:ext cx="56105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5E064666-A222-6981-A610-764BA7F27631}"/>
                  </a:ext>
                </a:extLst>
              </p:cNvPr>
              <p:cNvSpPr txBox="1"/>
              <p:nvPr/>
            </p:nvSpPr>
            <p:spPr>
              <a:xfrm>
                <a:off x="9298653" y="1017118"/>
                <a:ext cx="6604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5E064666-A222-6981-A610-764BA7F27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653" y="1017118"/>
                <a:ext cx="66043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8ADEA4-D29C-8E1B-9DD5-9F54F8F35EAA}"/>
                  </a:ext>
                </a:extLst>
              </p:cNvPr>
              <p:cNvSpPr txBox="1"/>
              <p:nvPr/>
            </p:nvSpPr>
            <p:spPr>
              <a:xfrm>
                <a:off x="6119307" y="1012493"/>
                <a:ext cx="5610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8ADEA4-D29C-8E1B-9DD5-9F54F8F35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307" y="1012493"/>
                <a:ext cx="56105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466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76FD-5432-38EA-E81F-2E827961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8BA11-5476-6C15-A9C5-B79B5F128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6933" y="6485156"/>
            <a:ext cx="745067" cy="365125"/>
          </a:xfrm>
        </p:spPr>
        <p:txBody>
          <a:bodyPr/>
          <a:lstStyle/>
          <a:p>
            <a:fld id="{B5356B1E-B159-40D5-AF70-1DC54B0D1CEA}" type="slidenum">
              <a:rPr lang="en-US" altLang="zh-CN" sz="1600" smtClean="0"/>
              <a:pPr/>
              <a:t>29</a:t>
            </a:fld>
            <a:endParaRPr lang="en-US" altLang="zh-CN" sz="16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6561B4-FFAA-C6B1-9786-9B5F0BC5908E}"/>
              </a:ext>
            </a:extLst>
          </p:cNvPr>
          <p:cNvSpPr/>
          <p:nvPr/>
        </p:nvSpPr>
        <p:spPr>
          <a:xfrm>
            <a:off x="1347696" y="121301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FC5C2BA-2D58-747E-0D7A-2D2741C61CCB}"/>
              </a:ext>
            </a:extLst>
          </p:cNvPr>
          <p:cNvSpPr/>
          <p:nvPr/>
        </p:nvSpPr>
        <p:spPr>
          <a:xfrm>
            <a:off x="2380758" y="1213015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8F712CA-35CF-997E-EA9C-F8239B2304DC}"/>
              </a:ext>
            </a:extLst>
          </p:cNvPr>
          <p:cNvSpPr/>
          <p:nvPr/>
        </p:nvSpPr>
        <p:spPr>
          <a:xfrm>
            <a:off x="2907808" y="121301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1A98F8-D08E-8AF7-CE8D-51634037F567}"/>
              </a:ext>
            </a:extLst>
          </p:cNvPr>
          <p:cNvSpPr txBox="1"/>
          <p:nvPr/>
        </p:nvSpPr>
        <p:spPr>
          <a:xfrm>
            <a:off x="3090683" y="257823"/>
            <a:ext cx="7174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L11, N = 8 FIR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滤波器（脉动阵列）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FD16C7C-5358-95CA-8ADC-BC53E9F51EE2}"/>
              </a:ext>
            </a:extLst>
          </p:cNvPr>
          <p:cNvCxnSpPr>
            <a:cxnSpLocks/>
          </p:cNvCxnSpPr>
          <p:nvPr/>
        </p:nvCxnSpPr>
        <p:spPr>
          <a:xfrm flipH="1" flipV="1">
            <a:off x="1632611" y="3973441"/>
            <a:ext cx="233899" cy="16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043A4B-D076-DB2D-548F-9046CB5C22F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720772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9D2ED176-007B-CF51-5F2C-64778FEAAC45}"/>
              </a:ext>
            </a:extLst>
          </p:cNvPr>
          <p:cNvSpPr/>
          <p:nvPr/>
        </p:nvSpPr>
        <p:spPr>
          <a:xfrm>
            <a:off x="2533735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F6DB15F-275E-8E5B-662B-6EE0D0FAEA8C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2720771" y="3382177"/>
            <a:ext cx="1" cy="393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CF3C79C9-EF1A-241A-2CCE-E259FE079E13}"/>
              </a:ext>
            </a:extLst>
          </p:cNvPr>
          <p:cNvSpPr/>
          <p:nvPr/>
        </p:nvSpPr>
        <p:spPr>
          <a:xfrm>
            <a:off x="2533734" y="377546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EBD669F-8DED-A038-B651-DB8D2B601B18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995967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826868C7-B806-E273-0AC0-8DA79C6F3ACA}"/>
              </a:ext>
            </a:extLst>
          </p:cNvPr>
          <p:cNvSpPr/>
          <p:nvPr/>
        </p:nvSpPr>
        <p:spPr>
          <a:xfrm>
            <a:off x="3808930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78FE53B-952C-448E-A2A5-7E11461AE310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 flipH="1">
            <a:off x="3993211" y="3382177"/>
            <a:ext cx="2756" cy="397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309CE7F-E0A7-0050-885A-C97311DF9EB8}"/>
              </a:ext>
            </a:extLst>
          </p:cNvPr>
          <p:cNvSpPr/>
          <p:nvPr/>
        </p:nvSpPr>
        <p:spPr>
          <a:xfrm>
            <a:off x="3806174" y="377972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DF3C3EF-1326-653B-2BD6-9B393D7A50E0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271161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EF28443C-C461-16A7-86FC-674B39DE216E}"/>
              </a:ext>
            </a:extLst>
          </p:cNvPr>
          <p:cNvSpPr/>
          <p:nvPr/>
        </p:nvSpPr>
        <p:spPr>
          <a:xfrm>
            <a:off x="5084124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57E7FAF-A686-CB68-AF9D-E42D6F7C0E85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 flipH="1">
            <a:off x="5269782" y="3382177"/>
            <a:ext cx="1379" cy="3932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DA52A87C-DE80-BF14-2CC6-8EF0A3625725}"/>
              </a:ext>
            </a:extLst>
          </p:cNvPr>
          <p:cNvSpPr/>
          <p:nvPr/>
        </p:nvSpPr>
        <p:spPr>
          <a:xfrm>
            <a:off x="5082745" y="377546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28E733E-05EE-F8CD-5366-7CD5FE345F4E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546354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B22B4C50-DFE3-9510-00C6-10B1FB8B985D}"/>
              </a:ext>
            </a:extLst>
          </p:cNvPr>
          <p:cNvSpPr/>
          <p:nvPr/>
        </p:nvSpPr>
        <p:spPr>
          <a:xfrm>
            <a:off x="6359317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F13BAE1-757F-F888-61C2-EEF3B382A17D}"/>
              </a:ext>
            </a:extLst>
          </p:cNvPr>
          <p:cNvCxnSpPr>
            <a:cxnSpLocks/>
            <a:stCxn id="39" idx="4"/>
            <a:endCxn id="41" idx="0"/>
          </p:cNvCxnSpPr>
          <p:nvPr/>
        </p:nvCxnSpPr>
        <p:spPr>
          <a:xfrm>
            <a:off x="6546354" y="3382177"/>
            <a:ext cx="2751" cy="391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37942FEA-8D30-8A24-DE76-56239B37AC47}"/>
              </a:ext>
            </a:extLst>
          </p:cNvPr>
          <p:cNvSpPr/>
          <p:nvPr/>
        </p:nvSpPr>
        <p:spPr>
          <a:xfrm>
            <a:off x="6362068" y="3773389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7D55B28-B059-67E6-A1AD-B3FA5B0976C8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2154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D61F9844-FA65-E6CF-A291-A98DBF5F5839}"/>
              </a:ext>
            </a:extLst>
          </p:cNvPr>
          <p:cNvSpPr/>
          <p:nvPr/>
        </p:nvSpPr>
        <p:spPr>
          <a:xfrm>
            <a:off x="763450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D5EBBD9-B0CA-8E21-A544-4EE7CF9C53B0}"/>
              </a:ext>
            </a:extLst>
          </p:cNvPr>
          <p:cNvCxnSpPr>
            <a:cxnSpLocks/>
            <a:stCxn id="53" idx="4"/>
            <a:endCxn id="55" idx="0"/>
          </p:cNvCxnSpPr>
          <p:nvPr/>
        </p:nvCxnSpPr>
        <p:spPr>
          <a:xfrm>
            <a:off x="7821546" y="3382177"/>
            <a:ext cx="2747" cy="3912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38405418-22A1-04C1-BBD1-8D85B367A065}"/>
              </a:ext>
            </a:extLst>
          </p:cNvPr>
          <p:cNvSpPr/>
          <p:nvPr/>
        </p:nvSpPr>
        <p:spPr>
          <a:xfrm>
            <a:off x="7637256" y="3773388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8A7FCD9-CCB0-0A05-BF97-8872DB31BD4C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909673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6799990F-9442-6D4F-2338-B3079240AFFE}"/>
              </a:ext>
            </a:extLst>
          </p:cNvPr>
          <p:cNvSpPr/>
          <p:nvPr/>
        </p:nvSpPr>
        <p:spPr>
          <a:xfrm>
            <a:off x="890969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E447CF9-EC4B-18B1-5B1A-24638CD57975}"/>
              </a:ext>
            </a:extLst>
          </p:cNvPr>
          <p:cNvCxnSpPr>
            <a:cxnSpLocks/>
            <a:stCxn id="60" idx="4"/>
            <a:endCxn id="69" idx="0"/>
          </p:cNvCxnSpPr>
          <p:nvPr/>
        </p:nvCxnSpPr>
        <p:spPr>
          <a:xfrm flipH="1">
            <a:off x="9091222" y="3382177"/>
            <a:ext cx="5514" cy="39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32D4DBFF-7E99-6DAF-413F-16E70C4BE37F}"/>
              </a:ext>
            </a:extLst>
          </p:cNvPr>
          <p:cNvSpPr/>
          <p:nvPr/>
        </p:nvSpPr>
        <p:spPr>
          <a:xfrm>
            <a:off x="8904185" y="3773387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D2CA423-EADC-5519-AE08-12854A8FA892}"/>
              </a:ext>
            </a:extLst>
          </p:cNvPr>
          <p:cNvSpPr/>
          <p:nvPr/>
        </p:nvSpPr>
        <p:spPr>
          <a:xfrm>
            <a:off x="10184888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B4EC772-D3C9-042B-4B12-58BC6E6B8E35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445576" y="2588772"/>
            <a:ext cx="0" cy="41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28D2B030-4631-DC6F-ACFB-96DC2733E75E}"/>
              </a:ext>
            </a:extLst>
          </p:cNvPr>
          <p:cNvSpPr/>
          <p:nvPr/>
        </p:nvSpPr>
        <p:spPr>
          <a:xfrm>
            <a:off x="1258539" y="3008104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562381C-D1E8-D658-9A2C-EE2FD5B9120C}"/>
              </a:ext>
            </a:extLst>
          </p:cNvPr>
          <p:cNvCxnSpPr>
            <a:cxnSpLocks/>
          </p:cNvCxnSpPr>
          <p:nvPr/>
        </p:nvCxnSpPr>
        <p:spPr>
          <a:xfrm flipH="1">
            <a:off x="4616244" y="1479082"/>
            <a:ext cx="156011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3D239DF-05A0-5718-3334-877C3C49E6A7}"/>
                  </a:ext>
                </a:extLst>
              </p:cNvPr>
              <p:cNvSpPr txBox="1"/>
              <p:nvPr/>
            </p:nvSpPr>
            <p:spPr>
              <a:xfrm>
                <a:off x="333313" y="238871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3D239DF-05A0-5718-3334-877C3C49E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3" y="2388717"/>
                <a:ext cx="74892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9897BF29-943E-958A-F6D9-69A772A22CAE}"/>
                  </a:ext>
                </a:extLst>
              </p:cNvPr>
              <p:cNvSpPr txBox="1"/>
              <p:nvPr/>
            </p:nvSpPr>
            <p:spPr>
              <a:xfrm>
                <a:off x="253469" y="3760367"/>
                <a:ext cx="7352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9897BF29-943E-958A-F6D9-69A772A22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9" y="3760367"/>
                <a:ext cx="735201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C817FF87-956D-604E-5E35-7C53438B213E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905933" y="3195141"/>
            <a:ext cx="352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65614D1-54A7-D6F0-C2F1-A465D7C9FFD6}"/>
                  </a:ext>
                </a:extLst>
              </p:cNvPr>
              <p:cNvSpPr txBox="1"/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0.96875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33F07C35-8CF5-1618-1A2F-888EF9FF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8" y="2848562"/>
                <a:ext cx="9652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417410D-7D97-F6D0-77CF-C24B6B1BBA45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261508" y="3195141"/>
            <a:ext cx="272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DF7611CC-0B9A-CF86-6D4D-F131C257DD55}"/>
                  </a:ext>
                </a:extLst>
              </p:cNvPr>
              <p:cNvSpPr txBox="1"/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C6F23CC-113D-B0DE-2772-34EB02B7C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5" y="2861057"/>
                <a:ext cx="9652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E27E151F-B331-D890-4E78-B39B2C95289B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434851" y="3195139"/>
            <a:ext cx="374079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53B4BCC-1F9F-DAB8-FB64-F768364DC207}"/>
                  </a:ext>
                </a:extLst>
              </p:cNvPr>
              <p:cNvSpPr txBox="1"/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0.65625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9EE0A15-2429-C92E-5416-E2FD89D23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33" y="2845234"/>
                <a:ext cx="9652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9DCBF9D2-60A4-EA5A-FC45-F5D0745C4941}"/>
              </a:ext>
            </a:extLst>
          </p:cNvPr>
          <p:cNvCxnSpPr>
            <a:cxnSpLocks/>
          </p:cNvCxnSpPr>
          <p:nvPr/>
        </p:nvCxnSpPr>
        <p:spPr>
          <a:xfrm>
            <a:off x="4710050" y="3195139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6F2923CA-F11F-2D5C-A2C2-9B1B5E06EE1C}"/>
                  </a:ext>
                </a:extLst>
              </p:cNvPr>
              <p:cNvSpPr txBox="1"/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0.5625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A80193-F4C1-00D1-A80D-1ED4567C0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44" y="2854214"/>
                <a:ext cx="9652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224369DA-549F-69A1-BFB1-9A4F657E03AF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85243" y="3195141"/>
            <a:ext cx="374074" cy="6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90CF07A-50EE-151E-7F4E-6B79ACFA002D}"/>
                  </a:ext>
                </a:extLst>
              </p:cNvPr>
              <p:cNvSpPr txBox="1"/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C85674-ECB0-D1B7-E00C-D90CC7A7C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3" y="2854214"/>
                <a:ext cx="90111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77839B6F-3795-C3B8-A342-9601A20AF243}"/>
              </a:ext>
            </a:extLst>
          </p:cNvPr>
          <p:cNvCxnSpPr>
            <a:cxnSpLocks/>
          </p:cNvCxnSpPr>
          <p:nvPr/>
        </p:nvCxnSpPr>
        <p:spPr>
          <a:xfrm>
            <a:off x="7260435" y="3199177"/>
            <a:ext cx="374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8E4D2044-3043-0404-2BC0-BFB70AE36BA6}"/>
                  </a:ext>
                </a:extLst>
              </p:cNvPr>
              <p:cNvSpPr txBox="1"/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−0.3125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ABBFF64-5843-6C13-B1A9-5120C042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24" y="2845234"/>
                <a:ext cx="101304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B699B688-C57E-3810-AEF4-02706BC0761D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8569685" y="3195141"/>
            <a:ext cx="340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56B9E902-D941-A99B-8235-CC0F3FB9FEF7}"/>
                  </a:ext>
                </a:extLst>
              </p:cNvPr>
              <p:cNvSpPr txBox="1"/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0.1875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0B3CCD6-F4AF-9FC6-5C23-977F1BEA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100" y="2854214"/>
                <a:ext cx="101304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B252B4F2-E6F0-96B5-6D9D-D9D418E5ECC8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9810816" y="3195141"/>
            <a:ext cx="374072" cy="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D90002F-F601-9BE1-231B-7E9D8091638F}"/>
                  </a:ext>
                </a:extLst>
              </p:cNvPr>
              <p:cNvSpPr txBox="1"/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−0.125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6C2FEC0-0401-1754-FE2B-533EA052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74" y="2860623"/>
                <a:ext cx="101304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5C93D7F4-425C-7E9B-4E8C-4C73BA640023}"/>
              </a:ext>
            </a:extLst>
          </p:cNvPr>
          <p:cNvCxnSpPr>
            <a:cxnSpLocks/>
            <a:stCxn id="13" idx="0"/>
            <a:endCxn id="106" idx="4"/>
          </p:cNvCxnSpPr>
          <p:nvPr/>
        </p:nvCxnSpPr>
        <p:spPr>
          <a:xfrm flipV="1">
            <a:off x="1445575" y="3382177"/>
            <a:ext cx="1" cy="3932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0EF2EC7C-9072-FBD5-58B1-4B669EC33BC4}"/>
              </a:ext>
            </a:extLst>
          </p:cNvPr>
          <p:cNvSpPr/>
          <p:nvPr/>
        </p:nvSpPr>
        <p:spPr>
          <a:xfrm>
            <a:off x="1258538" y="3775471"/>
            <a:ext cx="374073" cy="3740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13176A-CFAC-77E7-D432-E14A2CEAE220}"/>
              </a:ext>
            </a:extLst>
          </p:cNvPr>
          <p:cNvSpPr/>
          <p:nvPr/>
        </p:nvSpPr>
        <p:spPr>
          <a:xfrm>
            <a:off x="1866510" y="3777116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A84AF3B-A125-0A28-4D07-C4D601730040}"/>
              </a:ext>
            </a:extLst>
          </p:cNvPr>
          <p:cNvSpPr/>
          <p:nvPr/>
        </p:nvSpPr>
        <p:spPr>
          <a:xfrm>
            <a:off x="3113398" y="3779724"/>
            <a:ext cx="531206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77BC2E2-1BF7-E24F-D402-1F802AB3C8F0}"/>
              </a:ext>
            </a:extLst>
          </p:cNvPr>
          <p:cNvSpPr/>
          <p:nvPr/>
        </p:nvSpPr>
        <p:spPr>
          <a:xfrm>
            <a:off x="4419189" y="3775465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68F6262-EF97-4468-0567-4F8C828018BB}"/>
              </a:ext>
            </a:extLst>
          </p:cNvPr>
          <p:cNvSpPr/>
          <p:nvPr/>
        </p:nvSpPr>
        <p:spPr>
          <a:xfrm>
            <a:off x="5637348" y="3776476"/>
            <a:ext cx="561095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FB4AC11-74E9-110C-B99E-E74FF2986416}"/>
              </a:ext>
            </a:extLst>
          </p:cNvPr>
          <p:cNvSpPr/>
          <p:nvPr/>
        </p:nvSpPr>
        <p:spPr>
          <a:xfrm>
            <a:off x="6984807" y="3775469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3D6F3EC-B65A-3970-B610-4BDE8F326E3D}"/>
              </a:ext>
            </a:extLst>
          </p:cNvPr>
          <p:cNvSpPr/>
          <p:nvPr/>
        </p:nvSpPr>
        <p:spPr>
          <a:xfrm>
            <a:off x="8200692" y="3773387"/>
            <a:ext cx="561102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D4AF72E-7D1D-4955-F989-06EDACB6FB7F}"/>
              </a:ext>
            </a:extLst>
          </p:cNvPr>
          <p:cNvSpPr/>
          <p:nvPr/>
        </p:nvSpPr>
        <p:spPr>
          <a:xfrm>
            <a:off x="9540908" y="3775467"/>
            <a:ext cx="374073" cy="374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316549EB-9056-CB98-C73C-1E8E52ACB136}"/>
              </a:ext>
            </a:extLst>
          </p:cNvPr>
          <p:cNvCxnSpPr>
            <a:cxnSpLocks/>
            <a:stCxn id="108" idx="3"/>
            <a:endCxn id="80" idx="0"/>
          </p:cNvCxnSpPr>
          <p:nvPr/>
        </p:nvCxnSpPr>
        <p:spPr>
          <a:xfrm>
            <a:off x="1082236" y="2588772"/>
            <a:ext cx="9289689" cy="41933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811729E-5ACF-8D17-DCFE-6517116A4F37}"/>
              </a:ext>
            </a:extLst>
          </p:cNvPr>
          <p:cNvCxnSpPr>
            <a:cxnSpLocks/>
            <a:stCxn id="17" idx="2"/>
            <a:endCxn id="26" idx="3"/>
          </p:cNvCxnSpPr>
          <p:nvPr/>
        </p:nvCxnSpPr>
        <p:spPr>
          <a:xfrm flipH="1">
            <a:off x="2240583" y="3962504"/>
            <a:ext cx="293151" cy="1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350A091-A8F9-D0A3-C1E3-0C55C8C3F116}"/>
              </a:ext>
            </a:extLst>
          </p:cNvPr>
          <p:cNvCxnSpPr>
            <a:cxnSpLocks/>
            <a:stCxn id="46" idx="1"/>
            <a:endCxn id="17" idx="6"/>
          </p:cNvCxnSpPr>
          <p:nvPr/>
        </p:nvCxnSpPr>
        <p:spPr>
          <a:xfrm flipH="1" flipV="1">
            <a:off x="2907807" y="3962504"/>
            <a:ext cx="205591" cy="42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9749EDD2-538F-9502-4A44-B46C72C80666}"/>
              </a:ext>
            </a:extLst>
          </p:cNvPr>
          <p:cNvCxnSpPr>
            <a:cxnSpLocks/>
            <a:stCxn id="27" idx="2"/>
            <a:endCxn id="46" idx="3"/>
          </p:cNvCxnSpPr>
          <p:nvPr/>
        </p:nvCxnSpPr>
        <p:spPr>
          <a:xfrm flipH="1">
            <a:off x="3644604" y="3966761"/>
            <a:ext cx="16157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F7B1331-5FAD-DA05-40A5-81B251439296}"/>
              </a:ext>
            </a:extLst>
          </p:cNvPr>
          <p:cNvCxnSpPr>
            <a:cxnSpLocks/>
            <a:stCxn id="47" idx="1"/>
            <a:endCxn id="27" idx="6"/>
          </p:cNvCxnSpPr>
          <p:nvPr/>
        </p:nvCxnSpPr>
        <p:spPr>
          <a:xfrm flipH="1">
            <a:off x="4180247" y="3962502"/>
            <a:ext cx="238942" cy="4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038B94BB-0FBB-F47F-5F7A-56AA899061BF}"/>
              </a:ext>
            </a:extLst>
          </p:cNvPr>
          <p:cNvCxnSpPr>
            <a:cxnSpLocks/>
            <a:stCxn id="34" idx="2"/>
            <a:endCxn id="47" idx="3"/>
          </p:cNvCxnSpPr>
          <p:nvPr/>
        </p:nvCxnSpPr>
        <p:spPr>
          <a:xfrm flipH="1">
            <a:off x="4793262" y="3962501"/>
            <a:ext cx="28948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47FC99AC-AD5B-104E-5369-7466021571EE}"/>
              </a:ext>
            </a:extLst>
          </p:cNvPr>
          <p:cNvCxnSpPr>
            <a:cxnSpLocks/>
            <a:stCxn id="48" idx="1"/>
            <a:endCxn id="34" idx="6"/>
          </p:cNvCxnSpPr>
          <p:nvPr/>
        </p:nvCxnSpPr>
        <p:spPr>
          <a:xfrm flipH="1" flipV="1">
            <a:off x="5456818" y="3962501"/>
            <a:ext cx="180530" cy="10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553459A-4D24-4783-9B33-99AC9B599630}"/>
              </a:ext>
            </a:extLst>
          </p:cNvPr>
          <p:cNvCxnSpPr>
            <a:cxnSpLocks/>
            <a:stCxn id="41" idx="2"/>
            <a:endCxn id="48" idx="3"/>
          </p:cNvCxnSpPr>
          <p:nvPr/>
        </p:nvCxnSpPr>
        <p:spPr>
          <a:xfrm flipH="1">
            <a:off x="6198443" y="3960426"/>
            <a:ext cx="163625" cy="30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00C24B62-C10A-B4C9-E712-88260838E935}"/>
              </a:ext>
            </a:extLst>
          </p:cNvPr>
          <p:cNvCxnSpPr>
            <a:cxnSpLocks/>
            <a:stCxn id="49" idx="1"/>
            <a:endCxn id="41" idx="6"/>
          </p:cNvCxnSpPr>
          <p:nvPr/>
        </p:nvCxnSpPr>
        <p:spPr>
          <a:xfrm flipH="1" flipV="1">
            <a:off x="6736141" y="3960426"/>
            <a:ext cx="248666" cy="20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2F40497A-ED62-7D7C-FC1C-7D2B9FDD6B18}"/>
              </a:ext>
            </a:extLst>
          </p:cNvPr>
          <p:cNvCxnSpPr>
            <a:cxnSpLocks/>
            <a:stCxn id="55" idx="2"/>
            <a:endCxn id="49" idx="3"/>
          </p:cNvCxnSpPr>
          <p:nvPr/>
        </p:nvCxnSpPr>
        <p:spPr>
          <a:xfrm flipH="1">
            <a:off x="7358880" y="3960425"/>
            <a:ext cx="278376" cy="20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04C5CA11-7BBA-97DC-5366-3133ACCC657E}"/>
              </a:ext>
            </a:extLst>
          </p:cNvPr>
          <p:cNvCxnSpPr>
            <a:cxnSpLocks/>
            <a:stCxn id="50" idx="1"/>
            <a:endCxn id="55" idx="6"/>
          </p:cNvCxnSpPr>
          <p:nvPr/>
        </p:nvCxnSpPr>
        <p:spPr>
          <a:xfrm flipH="1">
            <a:off x="8011329" y="3960424"/>
            <a:ext cx="1893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21BBC19F-8DCF-A467-A51B-48E54640810E}"/>
              </a:ext>
            </a:extLst>
          </p:cNvPr>
          <p:cNvCxnSpPr>
            <a:cxnSpLocks/>
            <a:stCxn id="69" idx="2"/>
            <a:endCxn id="50" idx="3"/>
          </p:cNvCxnSpPr>
          <p:nvPr/>
        </p:nvCxnSpPr>
        <p:spPr>
          <a:xfrm flipH="1">
            <a:off x="8761794" y="3960424"/>
            <a:ext cx="1423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7258A460-0AE8-A198-276C-0A91847004E8}"/>
              </a:ext>
            </a:extLst>
          </p:cNvPr>
          <p:cNvCxnSpPr>
            <a:cxnSpLocks/>
            <a:stCxn id="51" idx="1"/>
            <a:endCxn id="69" idx="6"/>
          </p:cNvCxnSpPr>
          <p:nvPr/>
        </p:nvCxnSpPr>
        <p:spPr>
          <a:xfrm flipH="1" flipV="1">
            <a:off x="9278258" y="3960424"/>
            <a:ext cx="262650" cy="20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272E202C-707F-638B-FE53-01EA86DD4024}"/>
              </a:ext>
            </a:extLst>
          </p:cNvPr>
          <p:cNvCxnSpPr>
            <a:cxnSpLocks/>
            <a:stCxn id="13" idx="2"/>
            <a:endCxn id="115" idx="3"/>
          </p:cNvCxnSpPr>
          <p:nvPr/>
        </p:nvCxnSpPr>
        <p:spPr>
          <a:xfrm flipH="1" flipV="1">
            <a:off x="988670" y="3960422"/>
            <a:ext cx="269868" cy="2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F000CFB4-A5C7-84E1-EF78-45080E69FDDA}"/>
                  </a:ext>
                </a:extLst>
              </p:cNvPr>
              <p:cNvSpPr txBox="1"/>
              <p:nvPr/>
            </p:nvSpPr>
            <p:spPr>
              <a:xfrm>
                <a:off x="0" y="5125814"/>
                <a:ext cx="121920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第一次迭代：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宋体" panose="02010600030101010101" pitchFamily="2" charset="-122"/>
                  </a:rPr>
                  <a:t> 第二次迭代：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ea typeface="宋体" panose="02010600030101010101" pitchFamily="2" charset="-122"/>
                  </a:rPr>
                  <a:t> 第三次迭代：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ea typeface="宋体" panose="02010600030101010101" pitchFamily="2" charset="-122"/>
                  </a:rPr>
                  <a:t>第四次迭代：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ea typeface="宋体" panose="02010600030101010101" pitchFamily="2" charset="-122"/>
                  </a:rPr>
                  <a:t>第五次迭代：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ea typeface="宋体" panose="02010600030101010101" pitchFamily="2" charset="-122"/>
                  </a:rPr>
                  <a:t>第六次迭代：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F000CFB4-A5C7-84E1-EF78-45080E69F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25814"/>
                <a:ext cx="12192000" cy="1754326"/>
              </a:xfrm>
              <a:prstGeom prst="rect">
                <a:avLst/>
              </a:prstGeom>
              <a:blipFill>
                <a:blip r:embed="rId13"/>
                <a:stretch>
                  <a:fillRect l="-300" t="-3125" b="-3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8" name="连接符: 肘形 217">
            <a:extLst>
              <a:ext uri="{FF2B5EF4-FFF2-40B4-BE49-F238E27FC236}">
                <a16:creationId xmlns:a16="http://schemas.microsoft.com/office/drawing/2014/main" id="{980F0124-0C3E-5BBD-A9FC-7E28A2A31585}"/>
              </a:ext>
            </a:extLst>
          </p:cNvPr>
          <p:cNvCxnSpPr>
            <a:cxnSpLocks/>
            <a:stCxn id="80" idx="4"/>
            <a:endCxn id="51" idx="3"/>
          </p:cNvCxnSpPr>
          <p:nvPr/>
        </p:nvCxnSpPr>
        <p:spPr>
          <a:xfrm rot="5400000">
            <a:off x="9853290" y="3443868"/>
            <a:ext cx="580327" cy="4569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本框 220">
            <a:extLst>
              <a:ext uri="{FF2B5EF4-FFF2-40B4-BE49-F238E27FC236}">
                <a16:creationId xmlns:a16="http://schemas.microsoft.com/office/drawing/2014/main" id="{A194CCDF-BB15-86C6-C71B-156405EE107D}"/>
              </a:ext>
            </a:extLst>
          </p:cNvPr>
          <p:cNvSpPr txBox="1"/>
          <p:nvPr/>
        </p:nvSpPr>
        <p:spPr>
          <a:xfrm>
            <a:off x="2439389" y="4241342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Add1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8CF06499-A9E5-A04A-8EA9-F97A94EB7124}"/>
              </a:ext>
            </a:extLst>
          </p:cNvPr>
          <p:cNvSpPr txBox="1"/>
          <p:nvPr/>
        </p:nvSpPr>
        <p:spPr>
          <a:xfrm>
            <a:off x="2823819" y="3293935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Mul1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AE2A6D83-7682-6B20-1D14-26B20D973F51}"/>
              </a:ext>
            </a:extLst>
          </p:cNvPr>
          <p:cNvSpPr txBox="1"/>
          <p:nvPr/>
        </p:nvSpPr>
        <p:spPr>
          <a:xfrm>
            <a:off x="4140217" y="3285251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Mul2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A0A59FBC-5D9D-65B4-71F5-8D4CAC58F10F}"/>
              </a:ext>
            </a:extLst>
          </p:cNvPr>
          <p:cNvSpPr txBox="1"/>
          <p:nvPr/>
        </p:nvSpPr>
        <p:spPr>
          <a:xfrm>
            <a:off x="3721322" y="4229175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Add2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F67950A2-FF07-A5CA-9201-14CA2CA657F2}"/>
              </a:ext>
            </a:extLst>
          </p:cNvPr>
          <p:cNvSpPr txBox="1"/>
          <p:nvPr/>
        </p:nvSpPr>
        <p:spPr>
          <a:xfrm>
            <a:off x="4945591" y="4222078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6A31C262-F968-24A8-786A-60B8AABC8E06}"/>
              </a:ext>
            </a:extLst>
          </p:cNvPr>
          <p:cNvSpPr txBox="1"/>
          <p:nvPr/>
        </p:nvSpPr>
        <p:spPr>
          <a:xfrm>
            <a:off x="5398904" y="3287092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Mul3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59F71FB7-FF72-8700-564B-4D2BA95ECF51}"/>
              </a:ext>
            </a:extLst>
          </p:cNvPr>
          <p:cNvSpPr txBox="1"/>
          <p:nvPr/>
        </p:nvSpPr>
        <p:spPr>
          <a:xfrm>
            <a:off x="6274061" y="4220781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Add4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5980B60B-D881-CA04-2816-AFE706245870}"/>
              </a:ext>
            </a:extLst>
          </p:cNvPr>
          <p:cNvSpPr txBox="1"/>
          <p:nvPr/>
        </p:nvSpPr>
        <p:spPr>
          <a:xfrm>
            <a:off x="6666201" y="3275107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Mul4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C2C9FECC-A360-0DA4-AFFB-35D5B4D4BF9A}"/>
              </a:ext>
            </a:extLst>
          </p:cNvPr>
          <p:cNvSpPr txBox="1"/>
          <p:nvPr/>
        </p:nvSpPr>
        <p:spPr>
          <a:xfrm>
            <a:off x="7922039" y="3272697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Mul5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9B37DF44-7208-62F8-C8CF-9AF84187E630}"/>
              </a:ext>
            </a:extLst>
          </p:cNvPr>
          <p:cNvSpPr txBox="1"/>
          <p:nvPr/>
        </p:nvSpPr>
        <p:spPr>
          <a:xfrm>
            <a:off x="7553254" y="4221283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Add5</a:t>
            </a: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1CBF7F0F-A768-7420-D0A9-70A12CDF310F}"/>
              </a:ext>
            </a:extLst>
          </p:cNvPr>
          <p:cNvSpPr txBox="1"/>
          <p:nvPr/>
        </p:nvSpPr>
        <p:spPr>
          <a:xfrm>
            <a:off x="8849104" y="4176686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Add6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F4259E08-86BA-A057-0C5E-A6D443FA037A}"/>
              </a:ext>
            </a:extLst>
          </p:cNvPr>
          <p:cNvSpPr txBox="1"/>
          <p:nvPr/>
        </p:nvSpPr>
        <p:spPr>
          <a:xfrm>
            <a:off x="9196793" y="3287092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Mul6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78ABD61-C075-C15C-CA61-A749FD7E8B3B}"/>
              </a:ext>
            </a:extLst>
          </p:cNvPr>
          <p:cNvSpPr txBox="1"/>
          <p:nvPr/>
        </p:nvSpPr>
        <p:spPr>
          <a:xfrm>
            <a:off x="10442948" y="3271705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Mul7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FE65477-0803-74F8-A9F5-EEAE15C003CD}"/>
              </a:ext>
            </a:extLst>
          </p:cNvPr>
          <p:cNvSpPr txBox="1"/>
          <p:nvPr/>
        </p:nvSpPr>
        <p:spPr>
          <a:xfrm>
            <a:off x="1123604" y="4227796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Add0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2F67D668-97D9-2AD0-350D-4E893A3062AF}"/>
              </a:ext>
            </a:extLst>
          </p:cNvPr>
          <p:cNvSpPr txBox="1"/>
          <p:nvPr/>
        </p:nvSpPr>
        <p:spPr>
          <a:xfrm>
            <a:off x="1529990" y="3280389"/>
            <a:ext cx="659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Mul0</a:t>
            </a:r>
          </a:p>
        </p:txBody>
      </p:sp>
    </p:spTree>
    <p:extLst>
      <p:ext uri="{BB962C8B-B14F-4D97-AF65-F5344CB8AC3E}">
        <p14:creationId xmlns:p14="http://schemas.microsoft.com/office/powerpoint/2010/main" val="227898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22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5036</Words>
  <Application>Microsoft Office PowerPoint</Application>
  <PresentationFormat>宽屏</PresentationFormat>
  <Paragraphs>1587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等线</vt:lpstr>
      <vt:lpstr>等线 Light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舜钦 蔡</dc:creator>
  <cp:lastModifiedBy>峻 冯</cp:lastModifiedBy>
  <cp:revision>124</cp:revision>
  <dcterms:created xsi:type="dcterms:W3CDTF">2025-06-26T01:35:28Z</dcterms:created>
  <dcterms:modified xsi:type="dcterms:W3CDTF">2026-04-21T14:42:27Z</dcterms:modified>
</cp:coreProperties>
</file>