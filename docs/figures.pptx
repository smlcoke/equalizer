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085" r:id="rId2"/>
    <p:sldId id="2083" r:id="rId3"/>
    <p:sldId id="2088" r:id="rId4"/>
    <p:sldId id="2084" r:id="rId5"/>
    <p:sldId id="2086" r:id="rId6"/>
    <p:sldId id="2087" r:id="rId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5A8C92A-590E-EFA5-082C-F7E5DEBAAAAD}" name="峻 冯" initials="峻冯" userId="f3eba0f4a13e2993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414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64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8/10/relationships/authors" Target="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AA8283-D08B-409B-AD5C-602AE265B407}" type="datetimeFigureOut">
              <a:rPr lang="zh-CN" altLang="en-US" smtClean="0"/>
              <a:t>2026/4/18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B566BB-EC82-4998-ABD4-AECAB691000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201775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BB5FDB-8BC7-A0E6-9D01-2AE33FFE9E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40A0CFC-77BB-6E97-E4F1-4A8D29DEFE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AB9FF24-DE5B-234D-3419-FF4926034A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技术背景：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逻辑综合中多路选择器（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）电路的优化方法很大程度上影响了芯片的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PPAC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指标。一般情况下，优化方法是将多类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RTL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语句进行统一的结构变换，转换成类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case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语句进行处理。</a:t>
            </a:r>
            <a:endParaRPr lang="zh-CN" altLang="en-US" sz="105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dirty="0"/>
              <a:t>添加</a:t>
            </a:r>
            <a:r>
              <a:rPr lang="en-US" altLang="zh-CN" dirty="0"/>
              <a:t>K</a:t>
            </a:r>
            <a:r>
              <a:rPr lang="zh-CN" altLang="en-US" dirty="0"/>
              <a:t>，图更新，左右对应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661D0EE-0E6B-53F7-91EE-88ECA2ABD7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FF4EB5-508B-4313-9746-AA42CABCF3FA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578963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EA122-7F28-C102-223D-A04180CE6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C4BB797-A05D-268F-1378-AFA7B23466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57C2376-F67B-4D19-EC10-EA536D90AB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技术背景：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逻辑综合中多路选择器（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）电路的优化方法很大程度上影响了芯片的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PPAC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指标。一般情况下，优化方法是将多类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RTL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语句进行统一的结构变换，转换成类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case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语句进行处理。</a:t>
            </a:r>
            <a:endParaRPr lang="zh-CN" altLang="en-US" sz="105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dirty="0"/>
              <a:t>添加</a:t>
            </a:r>
            <a:r>
              <a:rPr lang="en-US" altLang="zh-CN" dirty="0"/>
              <a:t>K</a:t>
            </a:r>
            <a:r>
              <a:rPr lang="zh-CN" altLang="en-US" dirty="0"/>
              <a:t>，图更新，左右对应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FE676B8-37E5-3C0B-2ABC-43E4627475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FF4EB5-508B-4313-9746-AA42CABCF3FA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194738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D6BC5-B313-87C3-09E8-3FE074503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65CF5C5-6656-EBE0-390C-53F2ADA1B9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1AFC38C-1F39-A1E8-16BA-980ECE3010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技术背景：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逻辑综合中多路选择器（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）电路的优化方法很大程度上影响了芯片的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PPAC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指标。一般情况下，优化方法是将多类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RTL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语句进行统一的结构变换，转换成类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case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语句进行处理。</a:t>
            </a:r>
            <a:endParaRPr lang="zh-CN" altLang="en-US" sz="105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dirty="0"/>
              <a:t>添加</a:t>
            </a:r>
            <a:r>
              <a:rPr lang="en-US" altLang="zh-CN" dirty="0"/>
              <a:t>K</a:t>
            </a:r>
            <a:r>
              <a:rPr lang="zh-CN" altLang="en-US" dirty="0"/>
              <a:t>，图更新，左右对应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9102001-6E10-D6F5-A6D5-35D4B2BDF9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FF4EB5-508B-4313-9746-AA42CABCF3FA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709829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8F5D29-A30F-C175-077F-B6ABA3CCDC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68B51A7-AE65-E3B1-7CD7-E6C43A24BC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C87332F-A85B-8362-3DDB-D729B240D0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技术背景：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逻辑综合中多路选择器（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）电路的优化方法很大程度上影响了芯片的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PPAC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指标。一般情况下，优化方法是将多类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RTL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语句进行统一的结构变换，转换成类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case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语句进行处理。</a:t>
            </a:r>
            <a:endParaRPr lang="zh-CN" altLang="en-US" sz="105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dirty="0"/>
              <a:t>添加</a:t>
            </a:r>
            <a:r>
              <a:rPr lang="en-US" altLang="zh-CN" dirty="0"/>
              <a:t>K</a:t>
            </a:r>
            <a:r>
              <a:rPr lang="zh-CN" altLang="en-US" dirty="0"/>
              <a:t>，图更新，左右对应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603001F-3CCE-3244-D544-A74B51F13E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FF4EB5-508B-4313-9746-AA42CABCF3FA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001442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A93A41-4B88-C366-E835-2DCFA4956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B5D6158-1A94-4225-1C39-959C70F9F4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46E5872-69A2-D789-E82A-5405350792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技术背景：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逻辑综合中多路选择器（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）电路的优化方法很大程度上影响了芯片的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PPAC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指标。一般情况下，优化方法是将多类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RTL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语句进行统一的结构变换，转换成类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case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语句进行处理。</a:t>
            </a:r>
            <a:endParaRPr lang="zh-CN" altLang="en-US" sz="105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dirty="0"/>
              <a:t>添加</a:t>
            </a:r>
            <a:r>
              <a:rPr lang="en-US" altLang="zh-CN" dirty="0"/>
              <a:t>K</a:t>
            </a:r>
            <a:r>
              <a:rPr lang="zh-CN" altLang="en-US" dirty="0"/>
              <a:t>，图更新，左右对应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2B83BC9-3532-7464-1D0A-F57E444320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FF4EB5-508B-4313-9746-AA42CABCF3FA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172605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CCE588-B8F5-0687-CFB5-57A8FAA701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EF677E9-DA90-5AEE-45F4-52BF07E12F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1668FB1-F82C-52C4-EBD7-AD5ACF65D3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技术背景：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逻辑综合中多路选择器（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）电路的优化方法很大程度上影响了芯片的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PPAC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指标。一般情况下，优化方法是将多类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RTL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语句进行统一的结构变换，转换成类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case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语句进行处理。</a:t>
            </a:r>
            <a:endParaRPr lang="zh-CN" altLang="en-US" sz="105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dirty="0"/>
              <a:t>添加</a:t>
            </a:r>
            <a:r>
              <a:rPr lang="en-US" altLang="zh-CN" dirty="0"/>
              <a:t>K</a:t>
            </a:r>
            <a:r>
              <a:rPr lang="zh-CN" altLang="en-US" dirty="0"/>
              <a:t>，图更新，左右对应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FCB4164-1CAA-3676-F197-15928AF0DB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FF4EB5-508B-4313-9746-AA42CABCF3FA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788785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38D8788-E34C-4918-BB98-F85941E567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8979359A-E545-424F-8068-DF38D6166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708CB2A-0F83-436A-8C04-9B6A421821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CB723-96F2-4E73-B7AA-A29DAB914D0A}" type="datetimeFigureOut">
              <a:rPr lang="zh-CN" altLang="en-US" smtClean="0"/>
              <a:t>2026/4/18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6592349-39C9-4865-8337-2ECDE475C0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E3018EE-09ED-4D55-BE7E-57BA8FA1DC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698253-B4F8-4E21-A234-34EEB7B8DA4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117534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94E7118-3AF7-4A5C-9B1D-9E486CE4B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1B511C2-6DA1-4E2C-B5C8-0C595B223A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913E5E7-A773-4FA4-B6F1-539103DB7C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CB723-96F2-4E73-B7AA-A29DAB914D0A}" type="datetimeFigureOut">
              <a:rPr lang="zh-CN" altLang="en-US" smtClean="0"/>
              <a:t>2026/4/18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4BAA426-EE2D-49F9-BC25-6447886B75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C21E445-A34E-461F-9EFD-CE90283645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698253-B4F8-4E21-A234-34EEB7B8DA4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798575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D06CF2C-6FA3-4884-8FB4-9FB19B4059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29B991B-998C-415C-A8E0-40A6FF36B5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A803BB1-F8CD-4BAC-B61A-A7DE6ADE1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CB723-96F2-4E73-B7AA-A29DAB914D0A}" type="datetimeFigureOut">
              <a:rPr lang="zh-CN" altLang="en-US" smtClean="0"/>
              <a:t>2026/4/18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54E1AC3-704B-44BE-87FC-BCEE2F2FD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437CC2D-00F9-4CAC-ABCD-A0D756BF9E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698253-B4F8-4E21-A234-34EEB7B8DA4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230916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44F1E68-B8F5-41D1-98DC-D14E7624FC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5656616-2F58-45CD-8548-0FBB91E287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EE9AC79-7935-4824-85D3-F3B7F45A0B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6B7592A-4F9C-4401-AD93-0F94D43170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CB723-96F2-4E73-B7AA-A29DAB914D0A}" type="datetimeFigureOut">
              <a:rPr lang="zh-CN" altLang="en-US" smtClean="0"/>
              <a:t>2026/4/18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A1858F0-4C64-4BBD-A0F6-60CEB0B428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D0BA518-514B-4E95-B8C5-9D508CF854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698253-B4F8-4E21-A234-34EEB7B8DA4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585488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882FC0B-758E-4B29-AF51-07156A16E6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3255E8D-BB58-49A2-B148-A1675EB8A6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BBFE19C-6A7D-4518-BB78-063EDAEEAC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DF2CC687-CD48-40D8-B594-F45C8321873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75A83309-2B5B-47A9-881F-231900C3F23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46CD203F-12EE-4B39-9984-06B74AF610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CB723-96F2-4E73-B7AA-A29DAB914D0A}" type="datetimeFigureOut">
              <a:rPr lang="zh-CN" altLang="en-US" smtClean="0"/>
              <a:t>2026/4/18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F0365C0-EF86-49FB-8FDD-1A9C33FA22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4D8D4578-CC8E-472E-95A4-B01EA983F8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698253-B4F8-4E21-A234-34EEB7B8DA4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999099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63BAEB1-6289-45EF-B9E7-15BAB3BA01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6DB5E3C-0E4E-4732-BDAD-3225E6EEFE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CB723-96F2-4E73-B7AA-A29DAB914D0A}" type="datetimeFigureOut">
              <a:rPr lang="zh-CN" altLang="en-US" smtClean="0"/>
              <a:t>2026/4/18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10EFA17C-00F3-429B-A17D-FCFDD48108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4640A8D4-8329-46E6-BA3B-1A85C413F0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698253-B4F8-4E21-A234-34EEB7B8DA4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671366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40B1F85C-B03B-441D-8B6E-FDFD4B913E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CB723-96F2-4E73-B7AA-A29DAB914D0A}" type="datetimeFigureOut">
              <a:rPr lang="zh-CN" altLang="en-US" smtClean="0"/>
              <a:t>2026/4/18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043B5061-CF03-48FF-B633-44B90F71AB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E137F39-6D4B-4301-8214-5AC513AE8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698253-B4F8-4E21-A234-34EEB7B8DA4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63139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5701441-6037-4A1B-BCA2-3D4A304D23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4B7F440-8251-4861-8446-8D6D13CABE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2F72777-CDCB-443F-9484-33E3477AC2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0CDBA39-7596-4FC5-BCB7-89C9A7585A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CB723-96F2-4E73-B7AA-A29DAB914D0A}" type="datetimeFigureOut">
              <a:rPr lang="zh-CN" altLang="en-US" smtClean="0"/>
              <a:t>2026/4/18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A407F18-B491-4536-86B0-86899059E3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1DCB964-551C-40CC-AB43-E6D5B28D15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698253-B4F8-4E21-A234-34EEB7B8DA4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9608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DC70FA8-C004-4012-87A2-9DC3F8208D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3B0CFDFE-2202-4CF8-8492-2534438448B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0FCD42F-71AF-4BD1-9D90-0E3EFA2C10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1EE9A86-33F3-487C-A5D5-6FD27150EE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CB723-96F2-4E73-B7AA-A29DAB914D0A}" type="datetimeFigureOut">
              <a:rPr lang="zh-CN" altLang="en-US" smtClean="0"/>
              <a:t>2026/4/18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8734C77-140B-46CB-A902-8243527484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73D87A7-BCF5-4116-929A-D30AD821A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698253-B4F8-4E21-A234-34EEB7B8DA4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774650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D6A30A9-2E66-4C89-8E0E-10D6ABDB4F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8E87FDC-CF87-46A8-B3B0-28BD9BA926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7BF982E-0422-4700-9214-B234F4610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CB723-96F2-4E73-B7AA-A29DAB914D0A}" type="datetimeFigureOut">
              <a:rPr lang="zh-CN" altLang="en-US" smtClean="0"/>
              <a:t>2026/4/18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FF2EDFC-C9E0-4C91-BEF3-441F842C42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81CF756-FF4F-4BBB-BD48-00C0BA917D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698253-B4F8-4E21-A234-34EEB7B8DA4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593007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B4B938DD-6BAB-42CA-804D-35E1B71E05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0E71D26-699B-44A7-B4E0-44DA533565A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CB938B4-CE44-471D-A41C-9A104FE096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CB723-96F2-4E73-B7AA-A29DAB914D0A}" type="datetimeFigureOut">
              <a:rPr lang="zh-CN" altLang="en-US" smtClean="0"/>
              <a:t>2026/4/18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A2C3441-E237-450E-9EA9-C369ADA67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7B1445C-76CA-45F6-B831-63ABA2A5B3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698253-B4F8-4E21-A234-34EEB7B8DA4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9252731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内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3">
            <a:extLst>
              <a:ext uri="{FF2B5EF4-FFF2-40B4-BE49-F238E27FC236}">
                <a16:creationId xmlns:a16="http://schemas.microsoft.com/office/drawing/2014/main" id="{FA4A64DE-B8B7-441D-B418-A20CC0AB077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031" y="236419"/>
            <a:ext cx="670623" cy="6532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7" name="内容占位符 2">
            <a:extLst>
              <a:ext uri="{FF2B5EF4-FFF2-40B4-BE49-F238E27FC236}">
                <a16:creationId xmlns:a16="http://schemas.microsoft.com/office/drawing/2014/main" id="{045A1DA3-E987-4494-BA9A-0A24C27B7B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196753"/>
            <a:ext cx="10972800" cy="5238202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Tx/>
              <a:buFont typeface="Wingdings" panose="05000000000000000000" pitchFamily="2" charset="2"/>
              <a:buChar char="v"/>
              <a:defRPr lang="en-US" altLang="zh-CN" sz="3200" kern="1200" dirty="0">
                <a:solidFill>
                  <a:srgbClr val="003E9A"/>
                </a:solidFill>
                <a:latin typeface="Calibri" panose="020F0502020204030204" pitchFamily="34" charset="0"/>
                <a:ea typeface="SimHei" panose="02010609060101010101" pitchFamily="49" charset="-122"/>
                <a:cs typeface="+mn-cs"/>
              </a:defRPr>
            </a:lvl1pPr>
            <a:lvl2pPr marL="914400" indent="-457200" algn="l" rtl="0" eaLnBrk="0" fontAlgn="base" hangingPunct="0">
              <a:spcBef>
                <a:spcPct val="20000"/>
              </a:spcBef>
              <a:spcAft>
                <a:spcPct val="0"/>
              </a:spcAft>
              <a:buClrTx/>
              <a:buFont typeface="Wingdings" panose="05000000000000000000" pitchFamily="2" charset="2"/>
              <a:buChar char="Ø"/>
              <a:defRPr lang="en-US" altLang="zh-CN" sz="3200" kern="1200" dirty="0">
                <a:solidFill>
                  <a:srgbClr val="003E9A"/>
                </a:solidFill>
                <a:latin typeface="Calibri" panose="020F0502020204030204" pitchFamily="34" charset="0"/>
                <a:ea typeface="SimHei" panose="02010609060101010101" pitchFamily="49" charset="-122"/>
                <a:cs typeface="+mn-cs"/>
              </a:defRPr>
            </a:lvl2pPr>
            <a:lvl3pPr algn="l" rtl="0" eaLnBrk="0" fontAlgn="base" hangingPunct="0">
              <a:spcBef>
                <a:spcPct val="20000"/>
              </a:spcBef>
              <a:spcAft>
                <a:spcPct val="0"/>
              </a:spcAft>
              <a:buClrTx/>
              <a:defRPr lang="en-US" altLang="zh-CN" sz="3200" kern="1200" dirty="0">
                <a:solidFill>
                  <a:srgbClr val="003E9A"/>
                </a:solidFill>
                <a:latin typeface="Calibri" panose="020F0502020204030204" pitchFamily="34" charset="0"/>
                <a:ea typeface="SimHei" panose="02010609060101010101" pitchFamily="49" charset="-122"/>
                <a:cs typeface="+mn-cs"/>
              </a:defRPr>
            </a:lvl3pPr>
            <a:lvl4pPr algn="l" rtl="0" eaLnBrk="0" fontAlgn="base" hangingPunct="0">
              <a:spcBef>
                <a:spcPct val="20000"/>
              </a:spcBef>
              <a:spcAft>
                <a:spcPct val="0"/>
              </a:spcAft>
              <a:buClrTx/>
              <a:defRPr lang="en-US" altLang="zh-CN" sz="3200" kern="1200" dirty="0">
                <a:solidFill>
                  <a:srgbClr val="003E9A"/>
                </a:solidFill>
                <a:latin typeface="Calibri" panose="020F0502020204030204" pitchFamily="34" charset="0"/>
                <a:ea typeface="SimHei" panose="02010609060101010101" pitchFamily="49" charset="-122"/>
                <a:cs typeface="+mn-cs"/>
              </a:defRPr>
            </a:lvl4pPr>
            <a:lvl5pPr algn="l" rtl="0" eaLnBrk="0" fontAlgn="base" hangingPunct="0">
              <a:spcBef>
                <a:spcPct val="20000"/>
              </a:spcBef>
              <a:spcAft>
                <a:spcPct val="0"/>
              </a:spcAft>
              <a:buClrTx/>
              <a:defRPr lang="zh-CN" altLang="en-US" sz="3200" kern="1200" dirty="0">
                <a:solidFill>
                  <a:srgbClr val="003E9A"/>
                </a:solidFill>
                <a:latin typeface="Calibri" panose="020F0502020204030204" pitchFamily="34" charset="0"/>
                <a:ea typeface="SimHei" panose="02010609060101010101" pitchFamily="49" charset="-122"/>
                <a:cs typeface="+mn-cs"/>
              </a:defRPr>
            </a:lvl5pPr>
          </a:lstStyle>
          <a:p>
            <a:pPr lvl="0"/>
            <a:r>
              <a:rPr lang="en-US" altLang="zh-CN" dirty="0"/>
              <a:t>Click to edit Master text styles</a:t>
            </a:r>
          </a:p>
          <a:p>
            <a:pPr lvl="1"/>
            <a:r>
              <a:rPr lang="en-US" altLang="zh-CN" dirty="0"/>
              <a:t>Second level</a:t>
            </a:r>
          </a:p>
          <a:p>
            <a:pPr lvl="2"/>
            <a:r>
              <a:rPr lang="en-US" altLang="zh-CN" dirty="0"/>
              <a:t>Third level</a:t>
            </a:r>
          </a:p>
          <a:p>
            <a:pPr lvl="3"/>
            <a:r>
              <a:rPr lang="en-US" altLang="zh-CN" dirty="0"/>
              <a:t>Fourth level</a:t>
            </a:r>
          </a:p>
          <a:p>
            <a:pPr lvl="4"/>
            <a:r>
              <a:rPr lang="en-US" altLang="zh-CN" dirty="0"/>
              <a:t>Fifth level</a:t>
            </a:r>
            <a:endParaRPr lang="zh-CN" altLang="en-US" dirty="0"/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A7389F92-6020-4D28-9902-5A5700B18D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60488" y="144492"/>
            <a:ext cx="10221912" cy="745178"/>
          </a:xfrm>
          <a:prstGeom prst="rect">
            <a:avLst/>
          </a:prstGeo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32AA7E4B-34C6-4AF5-807D-21BD88E165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730567" y="6570664"/>
            <a:ext cx="745067" cy="365125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 b="1">
                <a:solidFill>
                  <a:srgbClr val="17347D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B5356B1E-B159-40D5-AF70-1DC54B0D1CEA}" type="slidenum">
              <a:rPr lang="en-US" altLang="zh-CN" smtClean="0"/>
              <a:pPr/>
              <a:t>‹#›</a:t>
            </a:fld>
            <a:endParaRPr lang="en-US" altLang="zh-CN"/>
          </a:p>
        </p:txBody>
      </p:sp>
      <p:sp>
        <p:nvSpPr>
          <p:cNvPr id="8" name="Line 6">
            <a:extLst>
              <a:ext uri="{FF2B5EF4-FFF2-40B4-BE49-F238E27FC236}">
                <a16:creationId xmlns:a16="http://schemas.microsoft.com/office/drawing/2014/main" id="{83020E4E-FAFE-4B59-BA96-EF0E57DE0D58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461433" y="970264"/>
            <a:ext cx="11263251" cy="0"/>
          </a:xfrm>
          <a:prstGeom prst="line">
            <a:avLst/>
          </a:prstGeom>
          <a:noFill/>
          <a:ln w="15875">
            <a:solidFill>
              <a:srgbClr val="003399"/>
            </a:solidFill>
            <a:round/>
            <a:headEnd/>
            <a:tailEnd/>
          </a:ln>
        </p:spPr>
        <p:txBody>
          <a:bodyPr/>
          <a:lstStyle/>
          <a:p>
            <a:pPr>
              <a:defRPr/>
            </a:pPr>
            <a:endParaRPr lang="zh-CN" altLang="en-US">
              <a:latin typeface="Arial" pitchFamily="34" charset="0"/>
              <a:ea typeface="宋体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607268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EACCB9F3-FD5B-419D-AAAB-C1DD488112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E9E4DD8-D55C-4D54-B9BA-9B971CA9B6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923F118-B228-4973-88BE-EC2036B6CA1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DCB723-96F2-4E73-B7AA-A29DAB914D0A}" type="datetimeFigureOut">
              <a:rPr lang="zh-CN" altLang="en-US" smtClean="0"/>
              <a:t>2026/4/18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7534607-6F9C-4725-AC85-D361330A41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E7B38B0-BBE3-4107-B63F-2A4EB83CEB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698253-B4F8-4E21-A234-34EEB7B8DA4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504085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18" Type="http://schemas.openxmlformats.org/officeDocument/2006/relationships/image" Target="../media/image18.png"/><Relationship Id="rId26" Type="http://schemas.openxmlformats.org/officeDocument/2006/relationships/image" Target="../media/image26.png"/><Relationship Id="rId3" Type="http://schemas.openxmlformats.org/officeDocument/2006/relationships/image" Target="../media/image3.png"/><Relationship Id="rId21" Type="http://schemas.openxmlformats.org/officeDocument/2006/relationships/image" Target="../media/image21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image" Target="../media/image17.png"/><Relationship Id="rId25" Type="http://schemas.openxmlformats.org/officeDocument/2006/relationships/image" Target="../media/image25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6.png"/><Relationship Id="rId20" Type="http://schemas.openxmlformats.org/officeDocument/2006/relationships/image" Target="../media/image2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24" Type="http://schemas.openxmlformats.org/officeDocument/2006/relationships/image" Target="../media/image24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23" Type="http://schemas.openxmlformats.org/officeDocument/2006/relationships/image" Target="../media/image23.png"/><Relationship Id="rId10" Type="http://schemas.openxmlformats.org/officeDocument/2006/relationships/image" Target="../media/image10.png"/><Relationship Id="rId19" Type="http://schemas.openxmlformats.org/officeDocument/2006/relationships/image" Target="../media/image19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Relationship Id="rId22" Type="http://schemas.openxmlformats.org/officeDocument/2006/relationships/image" Target="../media/image22.png"/><Relationship Id="rId27" Type="http://schemas.openxmlformats.org/officeDocument/2006/relationships/image" Target="../media/image2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29.png"/><Relationship Id="rId18" Type="http://schemas.openxmlformats.org/officeDocument/2006/relationships/image" Target="../media/image34.png"/><Relationship Id="rId26" Type="http://schemas.openxmlformats.org/officeDocument/2006/relationships/image" Target="../media/image42.png"/><Relationship Id="rId3" Type="http://schemas.openxmlformats.org/officeDocument/2006/relationships/image" Target="../media/image3.png"/><Relationship Id="rId21" Type="http://schemas.openxmlformats.org/officeDocument/2006/relationships/image" Target="../media/image37.png"/><Relationship Id="rId7" Type="http://schemas.openxmlformats.org/officeDocument/2006/relationships/image" Target="../media/image8.png"/><Relationship Id="rId12" Type="http://schemas.openxmlformats.org/officeDocument/2006/relationships/image" Target="../media/image28.png"/><Relationship Id="rId17" Type="http://schemas.openxmlformats.org/officeDocument/2006/relationships/image" Target="../media/image33.png"/><Relationship Id="rId25" Type="http://schemas.openxmlformats.org/officeDocument/2006/relationships/image" Target="../media/image41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32.png"/><Relationship Id="rId20" Type="http://schemas.openxmlformats.org/officeDocument/2006/relationships/image" Target="../media/image36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24" Type="http://schemas.openxmlformats.org/officeDocument/2006/relationships/image" Target="../media/image40.png"/><Relationship Id="rId5" Type="http://schemas.openxmlformats.org/officeDocument/2006/relationships/image" Target="../media/image6.png"/><Relationship Id="rId15" Type="http://schemas.openxmlformats.org/officeDocument/2006/relationships/image" Target="../media/image31.png"/><Relationship Id="rId23" Type="http://schemas.openxmlformats.org/officeDocument/2006/relationships/image" Target="../media/image39.png"/><Relationship Id="rId10" Type="http://schemas.openxmlformats.org/officeDocument/2006/relationships/image" Target="../media/image11.png"/><Relationship Id="rId19" Type="http://schemas.openxmlformats.org/officeDocument/2006/relationships/image" Target="../media/image35.pn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image" Target="../media/image30.png"/><Relationship Id="rId22" Type="http://schemas.openxmlformats.org/officeDocument/2006/relationships/image" Target="../media/image38.png"/><Relationship Id="rId27" Type="http://schemas.openxmlformats.org/officeDocument/2006/relationships/image" Target="../media/image4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41E641-A5F1-66FC-4A37-E5A100963F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B49FA5-D194-2363-C9B9-72363EFD8C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446933" y="6485156"/>
            <a:ext cx="745067" cy="365125"/>
          </a:xfrm>
        </p:spPr>
        <p:txBody>
          <a:bodyPr/>
          <a:lstStyle/>
          <a:p>
            <a:fld id="{B5356B1E-B159-40D5-AF70-1DC54B0D1CEA}" type="slidenum">
              <a:rPr lang="en-US" altLang="zh-CN" sz="1600" smtClean="0"/>
              <a:pPr/>
              <a:t>1</a:t>
            </a:fld>
            <a:endParaRPr lang="en-US" altLang="zh-CN" sz="160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3925A33-81BF-153E-ADB2-70AC613BFBF0}"/>
              </a:ext>
            </a:extLst>
          </p:cNvPr>
          <p:cNvSpPr txBox="1"/>
          <p:nvPr/>
        </p:nvSpPr>
        <p:spPr>
          <a:xfrm>
            <a:off x="3448050" y="234950"/>
            <a:ext cx="5690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L11, N = 8 FIR</a:t>
            </a:r>
            <a:r>
              <a:rPr lang="zh-CN" altLang="en-US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滤波器系数</a:t>
            </a:r>
          </a:p>
        </p:txBody>
      </p:sp>
      <p:graphicFrame>
        <p:nvGraphicFramePr>
          <p:cNvPr id="170" name="表格 169">
            <a:extLst>
              <a:ext uri="{FF2B5EF4-FFF2-40B4-BE49-F238E27FC236}">
                <a16:creationId xmlns:a16="http://schemas.microsoft.com/office/drawing/2014/main" id="{D5C8E2F3-40AC-89DC-42D2-F2EC722500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5951445"/>
              </p:ext>
            </p:extLst>
          </p:nvPr>
        </p:nvGraphicFramePr>
        <p:xfrm>
          <a:off x="588000" y="1765651"/>
          <a:ext cx="11016000" cy="108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24000">
                  <a:extLst>
                    <a:ext uri="{9D8B030D-6E8A-4147-A177-3AD203B41FA5}">
                      <a16:colId xmlns:a16="http://schemas.microsoft.com/office/drawing/2014/main" val="3731100934"/>
                    </a:ext>
                  </a:extLst>
                </a:gridCol>
                <a:gridCol w="1224000">
                  <a:extLst>
                    <a:ext uri="{9D8B030D-6E8A-4147-A177-3AD203B41FA5}">
                      <a16:colId xmlns:a16="http://schemas.microsoft.com/office/drawing/2014/main" val="988982663"/>
                    </a:ext>
                  </a:extLst>
                </a:gridCol>
                <a:gridCol w="1224000">
                  <a:extLst>
                    <a:ext uri="{9D8B030D-6E8A-4147-A177-3AD203B41FA5}">
                      <a16:colId xmlns:a16="http://schemas.microsoft.com/office/drawing/2014/main" val="2436443838"/>
                    </a:ext>
                  </a:extLst>
                </a:gridCol>
                <a:gridCol w="1224000">
                  <a:extLst>
                    <a:ext uri="{9D8B030D-6E8A-4147-A177-3AD203B41FA5}">
                      <a16:colId xmlns:a16="http://schemas.microsoft.com/office/drawing/2014/main" val="1551503894"/>
                    </a:ext>
                  </a:extLst>
                </a:gridCol>
                <a:gridCol w="1224000">
                  <a:extLst>
                    <a:ext uri="{9D8B030D-6E8A-4147-A177-3AD203B41FA5}">
                      <a16:colId xmlns:a16="http://schemas.microsoft.com/office/drawing/2014/main" val="2968118926"/>
                    </a:ext>
                  </a:extLst>
                </a:gridCol>
                <a:gridCol w="1224000">
                  <a:extLst>
                    <a:ext uri="{9D8B030D-6E8A-4147-A177-3AD203B41FA5}">
                      <a16:colId xmlns:a16="http://schemas.microsoft.com/office/drawing/2014/main" val="1484563495"/>
                    </a:ext>
                  </a:extLst>
                </a:gridCol>
                <a:gridCol w="1224000">
                  <a:extLst>
                    <a:ext uri="{9D8B030D-6E8A-4147-A177-3AD203B41FA5}">
                      <a16:colId xmlns:a16="http://schemas.microsoft.com/office/drawing/2014/main" val="485631917"/>
                    </a:ext>
                  </a:extLst>
                </a:gridCol>
                <a:gridCol w="1224000">
                  <a:extLst>
                    <a:ext uri="{9D8B030D-6E8A-4147-A177-3AD203B41FA5}">
                      <a16:colId xmlns:a16="http://schemas.microsoft.com/office/drawing/2014/main" val="729043397"/>
                    </a:ext>
                  </a:extLst>
                </a:gridCol>
                <a:gridCol w="1224000">
                  <a:extLst>
                    <a:ext uri="{9D8B030D-6E8A-4147-A177-3AD203B41FA5}">
                      <a16:colId xmlns:a16="http://schemas.microsoft.com/office/drawing/2014/main" val="2854166581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</a:t>
                      </a:r>
                      <a:endParaRPr lang="zh-CN" alt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zh-CN" alt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zh-CN" alt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zh-CN" alt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  <a:endParaRPr lang="zh-CN" alt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</a:t>
                      </a:r>
                      <a:endParaRPr lang="zh-CN" alt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</a:t>
                      </a:r>
                      <a:endParaRPr lang="zh-CN" alt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</a:t>
                      </a:r>
                      <a:endParaRPr lang="zh-CN" alt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10014246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</a:t>
                      </a:r>
                      <a:endParaRPr lang="zh-CN" alt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00011111</a:t>
                      </a:r>
                      <a:endParaRPr lang="zh-CN" alt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11100100</a:t>
                      </a:r>
                      <a:endParaRPr lang="zh-CN" alt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00010101</a:t>
                      </a:r>
                      <a:endParaRPr lang="zh-CN" alt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11101110</a:t>
                      </a:r>
                      <a:endParaRPr lang="zh-CN" alt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00001100</a:t>
                      </a:r>
                      <a:endParaRPr lang="zh-CN" alt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11110110</a:t>
                      </a:r>
                      <a:endParaRPr lang="zh-CN" alt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00000110</a:t>
                      </a:r>
                      <a:endParaRPr lang="zh-CN" alt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11111100</a:t>
                      </a:r>
                      <a:endParaRPr lang="zh-CN" alt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334545"/>
                  </a:ext>
                </a:extLst>
              </a:tr>
            </a:tbl>
          </a:graphicData>
        </a:graphic>
      </p:graphicFrame>
      <p:sp>
        <p:nvSpPr>
          <p:cNvPr id="8" name="文本框 7">
            <a:extLst>
              <a:ext uri="{FF2B5EF4-FFF2-40B4-BE49-F238E27FC236}">
                <a16:creationId xmlns:a16="http://schemas.microsoft.com/office/drawing/2014/main" id="{3287E639-AFA5-B023-9831-C771A4E0EFAE}"/>
              </a:ext>
            </a:extLst>
          </p:cNvPr>
          <p:cNvSpPr txBox="1"/>
          <p:nvPr/>
        </p:nvSpPr>
        <p:spPr>
          <a:xfrm>
            <a:off x="942974" y="1164431"/>
            <a:ext cx="22502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p"/>
            </a:pPr>
            <a:r>
              <a:rPr lang="en-US" altLang="zh-CN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滤波器系数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2880C049-3AE1-72EC-507E-4F759ECAD69A}"/>
                  </a:ext>
                </a:extLst>
              </p:cNvPr>
              <p:cNvSpPr txBox="1"/>
              <p:nvPr/>
            </p:nvSpPr>
            <p:spPr>
              <a:xfrm>
                <a:off x="942972" y="3215016"/>
                <a:ext cx="6843715" cy="21400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p"/>
                </a:pPr>
                <a:r>
                  <a:rPr lang="en-US" altLang="zh-CN" sz="24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24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指标</a:t>
                </a:r>
                <a:endParaRPr lang="en-US" altLang="zh-CN" sz="24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marL="800100" lvl="1" indent="-342900">
                  <a:buFont typeface="Wingdings" panose="05000000000000000000" pitchFamily="2" charset="2"/>
                  <a:buChar char="Ø"/>
                </a:pPr>
                <a:r>
                  <a:rPr lang="en-US" altLang="zh-CN" sz="24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4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𝑃</m:t>
                        </m:r>
                      </m:e>
                      <m:sub>
                        <m:r>
                          <a:rPr lang="en-US" altLang="zh-CN" sz="24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zh-CN" altLang="en-US" sz="2400" b="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降低到</a:t>
                </a:r>
                <a14:m>
                  <m:oMath xmlns:m="http://schemas.openxmlformats.org/officeDocument/2006/math">
                    <m:r>
                      <a:rPr lang="en-US" altLang="zh-CN" sz="2400" b="0" i="1" dirty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1</m:t>
                    </m:r>
                    <m:r>
                      <a:rPr lang="en-US" altLang="zh-CN" sz="2400" b="0" i="1" dirty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𝑒</m:t>
                    </m:r>
                    <m:r>
                      <a:rPr lang="en-US" altLang="zh-CN" sz="2400" b="0" i="1" dirty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−6</m:t>
                    </m:r>
                    <m:r>
                      <a:rPr lang="zh-CN" altLang="en-US" sz="2400" i="1" dirty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时</m:t>
                    </m:r>
                    <m:r>
                      <a:rPr lang="zh-CN" altLang="en-US" sz="2400" i="1" dirty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，</m:t>
                    </m:r>
                  </m:oMath>
                </a14:m>
                <a:r>
                  <a:rPr lang="en-US" altLang="zh-CN" sz="2400" b="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4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zh-CN" sz="2400" b="0" i="1" dirty="0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2400" b="0" i="1" dirty="0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sz="2400" b="0" i="1" dirty="0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𝑏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zh-CN" sz="2400" b="0" i="1" dirty="0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2400" b="0" i="1" dirty="0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zh-CN" sz="2400" b="0" i="1" dirty="0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en-US" altLang="zh-CN" sz="2400" b="0" i="1" dirty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=21.92</m:t>
                    </m:r>
                    <m:r>
                      <a:rPr lang="en-US" altLang="zh-CN" sz="2400" b="0" i="1" dirty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𝑑𝐵</m:t>
                    </m:r>
                  </m:oMath>
                </a14:m>
                <a:endParaRPr lang="en-US" altLang="zh-CN" sz="2400" b="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marL="800100" lvl="1" indent="-342900">
                  <a:buFont typeface="Wingdings" panose="05000000000000000000" pitchFamily="2" charset="2"/>
                  <a:buChar char="Ø"/>
                </a:pPr>
                <a:r>
                  <a:rPr lang="en-US" altLang="zh-CN" sz="24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altLang="zh-CN" sz="2400" i="0" dirty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Margin</m:t>
                    </m:r>
                    <m:r>
                      <a:rPr lang="en-US" altLang="zh-CN" sz="2400" b="0" i="1" dirty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=1.07</m:t>
                    </m:r>
                    <m:r>
                      <a:rPr lang="en-US" altLang="zh-CN" sz="2400" b="0" i="1" dirty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𝑑𝐵</m:t>
                    </m:r>
                  </m:oMath>
                </a14:m>
                <a:endParaRPr lang="en-US" altLang="zh-CN" sz="24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marL="800100" lvl="1" indent="-342900">
                  <a:buFont typeface="Wingdings" panose="05000000000000000000" pitchFamily="2" charset="2"/>
                  <a:buChar char="Ø"/>
                </a:pPr>
                <a:r>
                  <a:rPr lang="zh-CN" altLang="en-US" sz="2400" b="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滤波器阶数：</a:t>
                </a:r>
                <a:r>
                  <a:rPr lang="en-US" altLang="zh-CN" sz="2400" b="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11</a:t>
                </a:r>
              </a:p>
              <a:p>
                <a:pPr marL="800100" lvl="1" indent="-342900">
                  <a:buFont typeface="Wingdings" panose="05000000000000000000" pitchFamily="2" charset="2"/>
                  <a:buChar char="Ø"/>
                </a:pPr>
                <a:r>
                  <a:rPr lang="zh-CN" altLang="en-US" sz="24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乘法器单元个数：</a:t>
                </a:r>
                <a:r>
                  <a:rPr lang="en-US" altLang="zh-CN" sz="24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8</a:t>
                </a:r>
                <a:r>
                  <a:rPr lang="zh-CN" altLang="en-US" sz="24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，加法器单元个数：</a:t>
                </a:r>
                <a:r>
                  <a:rPr lang="en-US" altLang="zh-CN" sz="24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9</a:t>
                </a:r>
                <a:endParaRPr lang="en-US" altLang="zh-CN" sz="2400" b="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2880C049-3AE1-72EC-507E-4F759ECAD6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972" y="3215016"/>
                <a:ext cx="6843715" cy="2140009"/>
              </a:xfrm>
              <a:prstGeom prst="rect">
                <a:avLst/>
              </a:prstGeom>
              <a:blipFill>
                <a:blip r:embed="rId3"/>
                <a:stretch>
                  <a:fillRect l="-1248" t="-2279" b="-569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文本框 1">
            <a:extLst>
              <a:ext uri="{FF2B5EF4-FFF2-40B4-BE49-F238E27FC236}">
                <a16:creationId xmlns:a16="http://schemas.microsoft.com/office/drawing/2014/main" id="{445C5B67-11D0-D36F-EA37-295B24386778}"/>
              </a:ext>
            </a:extLst>
          </p:cNvPr>
          <p:cNvSpPr txBox="1"/>
          <p:nvPr/>
        </p:nvSpPr>
        <p:spPr>
          <a:xfrm>
            <a:off x="942971" y="5493557"/>
            <a:ext cx="684371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p"/>
            </a:pPr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输入输出数据格式</a:t>
            </a:r>
            <a:endParaRPr lang="en-US" altLang="zh-CN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800100" lvl="1" indent="-342900">
              <a:buFont typeface="Wingdings" panose="05000000000000000000" pitchFamily="2" charset="2"/>
              <a:buChar char="Ø"/>
            </a:pPr>
            <a:r>
              <a:rPr lang="en-US" altLang="zh-CN" sz="2400" b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b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输入：</a:t>
            </a:r>
            <a:r>
              <a:rPr lang="en-US" altLang="zh-CN" sz="2400" b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8bits = 1 sign + 2 int + 5 frac</a:t>
            </a:r>
          </a:p>
          <a:p>
            <a:pPr marL="800100" lvl="1" indent="-342900">
              <a:buFont typeface="Wingdings" panose="05000000000000000000" pitchFamily="2" charset="2"/>
              <a:buChar char="Ø"/>
            </a:pPr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输出：</a:t>
            </a:r>
            <a:r>
              <a:rPr lang="en-US" altLang="zh-CN" sz="2400">
                <a:latin typeface="微软雅黑" panose="020B0503020204020204" pitchFamily="34" charset="-122"/>
                <a:ea typeface="微软雅黑" panose="020B0503020204020204" pitchFamily="34" charset="-122"/>
              </a:rPr>
              <a:t>20bits = 1 </a:t>
            </a:r>
            <a:r>
              <a:rPr lang="en-US" altLang="zh-CN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sign + 9 int + 10 frac</a:t>
            </a:r>
            <a:endParaRPr lang="en-US" altLang="zh-CN" sz="2400" b="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4728937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939BE6-09A1-5D40-4EAB-339970E251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FD2BF1-2A92-CC9D-9284-04DD0EBABDC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446933" y="6485156"/>
            <a:ext cx="745067" cy="365125"/>
          </a:xfrm>
        </p:spPr>
        <p:txBody>
          <a:bodyPr/>
          <a:lstStyle/>
          <a:p>
            <a:fld id="{B5356B1E-B159-40D5-AF70-1DC54B0D1CEA}" type="slidenum">
              <a:rPr lang="en-US" altLang="zh-CN" sz="1600" smtClean="0"/>
              <a:pPr/>
              <a:t>2</a:t>
            </a:fld>
            <a:endParaRPr lang="en-US" altLang="zh-CN" sz="160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6BDAB15-C540-0B8E-8C93-E56435CC63FC}"/>
              </a:ext>
            </a:extLst>
          </p:cNvPr>
          <p:cNvSpPr/>
          <p:nvPr/>
        </p:nvSpPr>
        <p:spPr>
          <a:xfrm>
            <a:off x="1887435" y="121301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F5DA0759-F0CB-86AD-4E17-3778BD0CA5B2}"/>
              </a:ext>
            </a:extLst>
          </p:cNvPr>
          <p:cNvSpPr/>
          <p:nvPr/>
        </p:nvSpPr>
        <p:spPr>
          <a:xfrm>
            <a:off x="2380758" y="1213015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0B744943-EDEA-BCC5-E3E6-BA696D19F9F7}"/>
              </a:ext>
            </a:extLst>
          </p:cNvPr>
          <p:cNvSpPr/>
          <p:nvPr/>
        </p:nvSpPr>
        <p:spPr>
          <a:xfrm>
            <a:off x="2907808" y="121301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56FF669-9A34-4A3F-830D-8413CFFFE71C}"/>
              </a:ext>
            </a:extLst>
          </p:cNvPr>
          <p:cNvSpPr txBox="1"/>
          <p:nvPr/>
        </p:nvSpPr>
        <p:spPr>
          <a:xfrm>
            <a:off x="3448050" y="234950"/>
            <a:ext cx="5690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L11, N = 8 FIR</a:t>
            </a:r>
            <a:r>
              <a:rPr lang="zh-CN" altLang="en-US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滤波器原型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4C2B950-8783-5083-5D94-A82B24CEBC7B}"/>
              </a:ext>
            </a:extLst>
          </p:cNvPr>
          <p:cNvSpPr/>
          <p:nvPr/>
        </p:nvSpPr>
        <p:spPr>
          <a:xfrm>
            <a:off x="2006685" y="240173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356104A5-13D9-F0A3-C573-718DD0501106}"/>
              </a:ext>
            </a:extLst>
          </p:cNvPr>
          <p:cNvCxnSpPr>
            <a:cxnSpLocks/>
            <a:stCxn id="7" idx="3"/>
            <a:endCxn id="46" idx="1"/>
          </p:cNvCxnSpPr>
          <p:nvPr/>
        </p:nvCxnSpPr>
        <p:spPr>
          <a:xfrm>
            <a:off x="2380758" y="2588772"/>
            <a:ext cx="70992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9F9CF34B-5B7F-D443-6BF0-9EA7A0C4895D}"/>
              </a:ext>
            </a:extLst>
          </p:cNvPr>
          <p:cNvCxnSpPr>
            <a:cxnSpLocks/>
          </p:cNvCxnSpPr>
          <p:nvPr/>
        </p:nvCxnSpPr>
        <p:spPr>
          <a:xfrm>
            <a:off x="3555931" y="1406489"/>
            <a:ext cx="37407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4E9A0022-AABF-AB3C-92CD-6D3D50E978CA}"/>
              </a:ext>
            </a:extLst>
          </p:cNvPr>
          <p:cNvCxnSpPr>
            <a:cxnSpLocks/>
            <a:endCxn id="16" idx="0"/>
          </p:cNvCxnSpPr>
          <p:nvPr/>
        </p:nvCxnSpPr>
        <p:spPr>
          <a:xfrm>
            <a:off x="2720772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椭圆 15">
            <a:extLst>
              <a:ext uri="{FF2B5EF4-FFF2-40B4-BE49-F238E27FC236}">
                <a16:creationId xmlns:a16="http://schemas.microsoft.com/office/drawing/2014/main" id="{D3BB3B70-2A7D-4D77-E0BF-7DB267562C96}"/>
              </a:ext>
            </a:extLst>
          </p:cNvPr>
          <p:cNvSpPr/>
          <p:nvPr/>
        </p:nvSpPr>
        <p:spPr>
          <a:xfrm>
            <a:off x="2533735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7A64523C-ADCC-E39C-4031-DCAC1DCC7F35}"/>
              </a:ext>
            </a:extLst>
          </p:cNvPr>
          <p:cNvCxnSpPr>
            <a:cxnSpLocks/>
            <a:stCxn id="16" idx="4"/>
            <a:endCxn id="22" idx="0"/>
          </p:cNvCxnSpPr>
          <p:nvPr/>
        </p:nvCxnSpPr>
        <p:spPr>
          <a:xfrm flipH="1">
            <a:off x="2720771" y="3382177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椭圆 21">
            <a:extLst>
              <a:ext uri="{FF2B5EF4-FFF2-40B4-BE49-F238E27FC236}">
                <a16:creationId xmlns:a16="http://schemas.microsoft.com/office/drawing/2014/main" id="{307402DE-8AA3-B650-4436-554FB2B3B98B}"/>
              </a:ext>
            </a:extLst>
          </p:cNvPr>
          <p:cNvSpPr/>
          <p:nvPr/>
        </p:nvSpPr>
        <p:spPr>
          <a:xfrm>
            <a:off x="2533734" y="3801508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1CA7A76C-DB98-CEB0-F2BA-C6A422EC4244}"/>
              </a:ext>
            </a:extLst>
          </p:cNvPr>
          <p:cNvCxnSpPr>
            <a:cxnSpLocks/>
            <a:stCxn id="22" idx="6"/>
            <a:endCxn id="51" idx="2"/>
          </p:cNvCxnSpPr>
          <p:nvPr/>
        </p:nvCxnSpPr>
        <p:spPr>
          <a:xfrm>
            <a:off x="2907807" y="3988545"/>
            <a:ext cx="901122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矩形 45">
            <a:extLst>
              <a:ext uri="{FF2B5EF4-FFF2-40B4-BE49-F238E27FC236}">
                <a16:creationId xmlns:a16="http://schemas.microsoft.com/office/drawing/2014/main" id="{AD891EDF-91A6-FA80-5AF5-A6E4CCC60A93}"/>
              </a:ext>
            </a:extLst>
          </p:cNvPr>
          <p:cNvSpPr/>
          <p:nvPr/>
        </p:nvSpPr>
        <p:spPr>
          <a:xfrm>
            <a:off x="3090683" y="2401735"/>
            <a:ext cx="531206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2D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920EAA36-6460-8E79-C054-6F1B8B811604}"/>
              </a:ext>
            </a:extLst>
          </p:cNvPr>
          <p:cNvCxnSpPr>
            <a:cxnSpLocks/>
            <a:stCxn id="46" idx="3"/>
            <a:endCxn id="62" idx="1"/>
          </p:cNvCxnSpPr>
          <p:nvPr/>
        </p:nvCxnSpPr>
        <p:spPr>
          <a:xfrm>
            <a:off x="3621889" y="2588772"/>
            <a:ext cx="93518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箭头连接符 47">
            <a:extLst>
              <a:ext uri="{FF2B5EF4-FFF2-40B4-BE49-F238E27FC236}">
                <a16:creationId xmlns:a16="http://schemas.microsoft.com/office/drawing/2014/main" id="{5B9AF44B-460D-0B81-9D9D-A15C39EAC459}"/>
              </a:ext>
            </a:extLst>
          </p:cNvPr>
          <p:cNvCxnSpPr>
            <a:cxnSpLocks/>
            <a:endCxn id="49" idx="0"/>
          </p:cNvCxnSpPr>
          <p:nvPr/>
        </p:nvCxnSpPr>
        <p:spPr>
          <a:xfrm>
            <a:off x="3995967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椭圆 48">
            <a:extLst>
              <a:ext uri="{FF2B5EF4-FFF2-40B4-BE49-F238E27FC236}">
                <a16:creationId xmlns:a16="http://schemas.microsoft.com/office/drawing/2014/main" id="{E926DE89-ABF6-E432-714C-46FE4AC47925}"/>
              </a:ext>
            </a:extLst>
          </p:cNvPr>
          <p:cNvSpPr/>
          <p:nvPr/>
        </p:nvSpPr>
        <p:spPr>
          <a:xfrm>
            <a:off x="3808930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13C60149-62B7-F305-10FB-4D06CB6558C2}"/>
              </a:ext>
            </a:extLst>
          </p:cNvPr>
          <p:cNvCxnSpPr>
            <a:cxnSpLocks/>
            <a:stCxn id="49" idx="4"/>
            <a:endCxn id="51" idx="0"/>
          </p:cNvCxnSpPr>
          <p:nvPr/>
        </p:nvCxnSpPr>
        <p:spPr>
          <a:xfrm flipH="1">
            <a:off x="3995966" y="3382177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椭圆 50">
            <a:extLst>
              <a:ext uri="{FF2B5EF4-FFF2-40B4-BE49-F238E27FC236}">
                <a16:creationId xmlns:a16="http://schemas.microsoft.com/office/drawing/2014/main" id="{F11AC4B6-2555-C94C-AD15-2E0A1D319408}"/>
              </a:ext>
            </a:extLst>
          </p:cNvPr>
          <p:cNvSpPr/>
          <p:nvPr/>
        </p:nvSpPr>
        <p:spPr>
          <a:xfrm>
            <a:off x="3808929" y="3801508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3465746D-A538-B63B-8F94-F5CA4D68BBFA}"/>
              </a:ext>
            </a:extLst>
          </p:cNvPr>
          <p:cNvCxnSpPr>
            <a:cxnSpLocks/>
            <a:stCxn id="51" idx="6"/>
            <a:endCxn id="67" idx="2"/>
          </p:cNvCxnSpPr>
          <p:nvPr/>
        </p:nvCxnSpPr>
        <p:spPr>
          <a:xfrm>
            <a:off x="4183002" y="3988545"/>
            <a:ext cx="90112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矩形 61">
            <a:extLst>
              <a:ext uri="{FF2B5EF4-FFF2-40B4-BE49-F238E27FC236}">
                <a16:creationId xmlns:a16="http://schemas.microsoft.com/office/drawing/2014/main" id="{325A5377-954F-07BF-5E60-1DDFDE40704F}"/>
              </a:ext>
            </a:extLst>
          </p:cNvPr>
          <p:cNvSpPr/>
          <p:nvPr/>
        </p:nvSpPr>
        <p:spPr>
          <a:xfrm>
            <a:off x="4557074" y="240173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96D595BC-388A-0D23-D692-45011F032FE4}"/>
              </a:ext>
            </a:extLst>
          </p:cNvPr>
          <p:cNvCxnSpPr>
            <a:cxnSpLocks/>
            <a:stCxn id="62" idx="3"/>
            <a:endCxn id="72" idx="1"/>
          </p:cNvCxnSpPr>
          <p:nvPr/>
        </p:nvCxnSpPr>
        <p:spPr>
          <a:xfrm>
            <a:off x="4931147" y="2588772"/>
            <a:ext cx="71408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接箭头连接符 63">
            <a:extLst>
              <a:ext uri="{FF2B5EF4-FFF2-40B4-BE49-F238E27FC236}">
                <a16:creationId xmlns:a16="http://schemas.microsoft.com/office/drawing/2014/main" id="{A989786C-D73A-2953-C25B-DBD18636CA0A}"/>
              </a:ext>
            </a:extLst>
          </p:cNvPr>
          <p:cNvCxnSpPr>
            <a:cxnSpLocks/>
            <a:endCxn id="65" idx="0"/>
          </p:cNvCxnSpPr>
          <p:nvPr/>
        </p:nvCxnSpPr>
        <p:spPr>
          <a:xfrm>
            <a:off x="5271161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椭圆 64">
            <a:extLst>
              <a:ext uri="{FF2B5EF4-FFF2-40B4-BE49-F238E27FC236}">
                <a16:creationId xmlns:a16="http://schemas.microsoft.com/office/drawing/2014/main" id="{84762B04-D571-5257-91ED-0F97493AAC0B}"/>
              </a:ext>
            </a:extLst>
          </p:cNvPr>
          <p:cNvSpPr/>
          <p:nvPr/>
        </p:nvSpPr>
        <p:spPr>
          <a:xfrm>
            <a:off x="5084124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6" name="直接箭头连接符 65">
            <a:extLst>
              <a:ext uri="{FF2B5EF4-FFF2-40B4-BE49-F238E27FC236}">
                <a16:creationId xmlns:a16="http://schemas.microsoft.com/office/drawing/2014/main" id="{AE37B26B-C3F9-44C5-96D0-D989A8A7AE46}"/>
              </a:ext>
            </a:extLst>
          </p:cNvPr>
          <p:cNvCxnSpPr>
            <a:cxnSpLocks/>
            <a:stCxn id="65" idx="4"/>
            <a:endCxn id="67" idx="0"/>
          </p:cNvCxnSpPr>
          <p:nvPr/>
        </p:nvCxnSpPr>
        <p:spPr>
          <a:xfrm flipH="1">
            <a:off x="5271160" y="3382177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椭圆 66">
            <a:extLst>
              <a:ext uri="{FF2B5EF4-FFF2-40B4-BE49-F238E27FC236}">
                <a16:creationId xmlns:a16="http://schemas.microsoft.com/office/drawing/2014/main" id="{C84D814E-F897-D245-415F-1AB59D51D743}"/>
              </a:ext>
            </a:extLst>
          </p:cNvPr>
          <p:cNvSpPr/>
          <p:nvPr/>
        </p:nvSpPr>
        <p:spPr>
          <a:xfrm>
            <a:off x="5084123" y="3801508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FBDDABB6-B108-646F-06D3-842ED882A972}"/>
              </a:ext>
            </a:extLst>
          </p:cNvPr>
          <p:cNvCxnSpPr>
            <a:cxnSpLocks/>
            <a:stCxn id="67" idx="6"/>
            <a:endCxn id="77" idx="2"/>
          </p:cNvCxnSpPr>
          <p:nvPr/>
        </p:nvCxnSpPr>
        <p:spPr>
          <a:xfrm>
            <a:off x="5458196" y="3988545"/>
            <a:ext cx="90112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矩形 71">
            <a:extLst>
              <a:ext uri="{FF2B5EF4-FFF2-40B4-BE49-F238E27FC236}">
                <a16:creationId xmlns:a16="http://schemas.microsoft.com/office/drawing/2014/main" id="{1BA0D2EF-C50B-8E9F-6EBB-0615998472A6}"/>
              </a:ext>
            </a:extLst>
          </p:cNvPr>
          <p:cNvSpPr/>
          <p:nvPr/>
        </p:nvSpPr>
        <p:spPr>
          <a:xfrm>
            <a:off x="5645236" y="2401735"/>
            <a:ext cx="561095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2D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73" name="直接箭头连接符 72">
            <a:extLst>
              <a:ext uri="{FF2B5EF4-FFF2-40B4-BE49-F238E27FC236}">
                <a16:creationId xmlns:a16="http://schemas.microsoft.com/office/drawing/2014/main" id="{E67BC457-4F23-5DB3-9246-1007023E40A3}"/>
              </a:ext>
            </a:extLst>
          </p:cNvPr>
          <p:cNvCxnSpPr>
            <a:cxnSpLocks/>
            <a:stCxn id="72" idx="3"/>
            <a:endCxn id="81" idx="1"/>
          </p:cNvCxnSpPr>
          <p:nvPr/>
        </p:nvCxnSpPr>
        <p:spPr>
          <a:xfrm>
            <a:off x="6206331" y="2588772"/>
            <a:ext cx="90112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接箭头连接符 73">
            <a:extLst>
              <a:ext uri="{FF2B5EF4-FFF2-40B4-BE49-F238E27FC236}">
                <a16:creationId xmlns:a16="http://schemas.microsoft.com/office/drawing/2014/main" id="{6DC7BFA5-C11A-9059-FF17-693A5C5E0741}"/>
              </a:ext>
            </a:extLst>
          </p:cNvPr>
          <p:cNvCxnSpPr>
            <a:cxnSpLocks/>
            <a:endCxn id="75" idx="0"/>
          </p:cNvCxnSpPr>
          <p:nvPr/>
        </p:nvCxnSpPr>
        <p:spPr>
          <a:xfrm>
            <a:off x="6546354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椭圆 74">
            <a:extLst>
              <a:ext uri="{FF2B5EF4-FFF2-40B4-BE49-F238E27FC236}">
                <a16:creationId xmlns:a16="http://schemas.microsoft.com/office/drawing/2014/main" id="{B4B762E1-9B0B-3ED8-DEF6-46151380003A}"/>
              </a:ext>
            </a:extLst>
          </p:cNvPr>
          <p:cNvSpPr/>
          <p:nvPr/>
        </p:nvSpPr>
        <p:spPr>
          <a:xfrm>
            <a:off x="6359317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76" name="直接箭头连接符 75">
            <a:extLst>
              <a:ext uri="{FF2B5EF4-FFF2-40B4-BE49-F238E27FC236}">
                <a16:creationId xmlns:a16="http://schemas.microsoft.com/office/drawing/2014/main" id="{72ED3525-DE83-857B-CC0A-880EC5975C2B}"/>
              </a:ext>
            </a:extLst>
          </p:cNvPr>
          <p:cNvCxnSpPr>
            <a:cxnSpLocks/>
            <a:stCxn id="75" idx="4"/>
            <a:endCxn id="77" idx="0"/>
          </p:cNvCxnSpPr>
          <p:nvPr/>
        </p:nvCxnSpPr>
        <p:spPr>
          <a:xfrm flipH="1">
            <a:off x="6546353" y="3382177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椭圆 76">
            <a:extLst>
              <a:ext uri="{FF2B5EF4-FFF2-40B4-BE49-F238E27FC236}">
                <a16:creationId xmlns:a16="http://schemas.microsoft.com/office/drawing/2014/main" id="{D8944E54-794C-9737-C7F1-7DD3E1F03413}"/>
              </a:ext>
            </a:extLst>
          </p:cNvPr>
          <p:cNvSpPr/>
          <p:nvPr/>
        </p:nvSpPr>
        <p:spPr>
          <a:xfrm>
            <a:off x="6359316" y="3801508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78" name="直接箭头连接符 77">
            <a:extLst>
              <a:ext uri="{FF2B5EF4-FFF2-40B4-BE49-F238E27FC236}">
                <a16:creationId xmlns:a16="http://schemas.microsoft.com/office/drawing/2014/main" id="{C40DCEB4-59A9-F11A-303F-34234F6F3474}"/>
              </a:ext>
            </a:extLst>
          </p:cNvPr>
          <p:cNvCxnSpPr>
            <a:cxnSpLocks/>
            <a:stCxn id="77" idx="6"/>
            <a:endCxn id="86" idx="2"/>
          </p:cNvCxnSpPr>
          <p:nvPr/>
        </p:nvCxnSpPr>
        <p:spPr>
          <a:xfrm>
            <a:off x="6733389" y="3988545"/>
            <a:ext cx="90111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矩形 80">
            <a:extLst>
              <a:ext uri="{FF2B5EF4-FFF2-40B4-BE49-F238E27FC236}">
                <a16:creationId xmlns:a16="http://schemas.microsoft.com/office/drawing/2014/main" id="{91B830B4-6774-E06C-04C7-2181B823B83C}"/>
              </a:ext>
            </a:extLst>
          </p:cNvPr>
          <p:cNvSpPr/>
          <p:nvPr/>
        </p:nvSpPr>
        <p:spPr>
          <a:xfrm>
            <a:off x="7107459" y="240173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82" name="直接箭头连接符 81">
            <a:extLst>
              <a:ext uri="{FF2B5EF4-FFF2-40B4-BE49-F238E27FC236}">
                <a16:creationId xmlns:a16="http://schemas.microsoft.com/office/drawing/2014/main" id="{CA284FC2-2D6A-A041-BB32-AFE7CEAFA709}"/>
              </a:ext>
            </a:extLst>
          </p:cNvPr>
          <p:cNvCxnSpPr>
            <a:cxnSpLocks/>
            <a:stCxn id="81" idx="3"/>
            <a:endCxn id="90" idx="1"/>
          </p:cNvCxnSpPr>
          <p:nvPr/>
        </p:nvCxnSpPr>
        <p:spPr>
          <a:xfrm>
            <a:off x="7481532" y="2588772"/>
            <a:ext cx="71408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接箭头连接符 82">
            <a:extLst>
              <a:ext uri="{FF2B5EF4-FFF2-40B4-BE49-F238E27FC236}">
                <a16:creationId xmlns:a16="http://schemas.microsoft.com/office/drawing/2014/main" id="{7DD185CE-31C9-C41E-4B4E-AE1E8FE6114E}"/>
              </a:ext>
            </a:extLst>
          </p:cNvPr>
          <p:cNvCxnSpPr>
            <a:cxnSpLocks/>
            <a:endCxn id="84" idx="0"/>
          </p:cNvCxnSpPr>
          <p:nvPr/>
        </p:nvCxnSpPr>
        <p:spPr>
          <a:xfrm>
            <a:off x="7821546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椭圆 83">
            <a:extLst>
              <a:ext uri="{FF2B5EF4-FFF2-40B4-BE49-F238E27FC236}">
                <a16:creationId xmlns:a16="http://schemas.microsoft.com/office/drawing/2014/main" id="{939644E4-3AED-4F89-C943-251D9E0D44FB}"/>
              </a:ext>
            </a:extLst>
          </p:cNvPr>
          <p:cNvSpPr/>
          <p:nvPr/>
        </p:nvSpPr>
        <p:spPr>
          <a:xfrm>
            <a:off x="7634509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5" name="直接箭头连接符 84">
            <a:extLst>
              <a:ext uri="{FF2B5EF4-FFF2-40B4-BE49-F238E27FC236}">
                <a16:creationId xmlns:a16="http://schemas.microsoft.com/office/drawing/2014/main" id="{6363BA7A-1E01-B313-A556-4349FB26A091}"/>
              </a:ext>
            </a:extLst>
          </p:cNvPr>
          <p:cNvCxnSpPr>
            <a:cxnSpLocks/>
            <a:stCxn id="84" idx="4"/>
            <a:endCxn id="86" idx="0"/>
          </p:cNvCxnSpPr>
          <p:nvPr/>
        </p:nvCxnSpPr>
        <p:spPr>
          <a:xfrm flipH="1">
            <a:off x="7821545" y="3382177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椭圆 85">
            <a:extLst>
              <a:ext uri="{FF2B5EF4-FFF2-40B4-BE49-F238E27FC236}">
                <a16:creationId xmlns:a16="http://schemas.microsoft.com/office/drawing/2014/main" id="{AB13C5FA-69CF-73E1-F2B4-6DF150BC4098}"/>
              </a:ext>
            </a:extLst>
          </p:cNvPr>
          <p:cNvSpPr/>
          <p:nvPr/>
        </p:nvSpPr>
        <p:spPr>
          <a:xfrm>
            <a:off x="7634508" y="3801508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7" name="直接箭头连接符 86">
            <a:extLst>
              <a:ext uri="{FF2B5EF4-FFF2-40B4-BE49-F238E27FC236}">
                <a16:creationId xmlns:a16="http://schemas.microsoft.com/office/drawing/2014/main" id="{B4B14D29-7374-E581-52E1-25F08F6AAE89}"/>
              </a:ext>
            </a:extLst>
          </p:cNvPr>
          <p:cNvCxnSpPr>
            <a:cxnSpLocks/>
            <a:stCxn id="86" idx="6"/>
            <a:endCxn id="95" idx="2"/>
          </p:cNvCxnSpPr>
          <p:nvPr/>
        </p:nvCxnSpPr>
        <p:spPr>
          <a:xfrm>
            <a:off x="8008581" y="3988545"/>
            <a:ext cx="901117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矩形 89">
            <a:extLst>
              <a:ext uri="{FF2B5EF4-FFF2-40B4-BE49-F238E27FC236}">
                <a16:creationId xmlns:a16="http://schemas.microsoft.com/office/drawing/2014/main" id="{D65C7C83-BA42-A194-9B4F-04350388D7E6}"/>
              </a:ext>
            </a:extLst>
          </p:cNvPr>
          <p:cNvSpPr/>
          <p:nvPr/>
        </p:nvSpPr>
        <p:spPr>
          <a:xfrm>
            <a:off x="8195621" y="2401735"/>
            <a:ext cx="561102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2D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91" name="直接箭头连接符 90">
            <a:extLst>
              <a:ext uri="{FF2B5EF4-FFF2-40B4-BE49-F238E27FC236}">
                <a16:creationId xmlns:a16="http://schemas.microsoft.com/office/drawing/2014/main" id="{83E3CC41-3377-22C8-7CC4-29389DBEA95D}"/>
              </a:ext>
            </a:extLst>
          </p:cNvPr>
          <p:cNvCxnSpPr>
            <a:cxnSpLocks/>
            <a:stCxn id="90" idx="3"/>
            <a:endCxn id="99" idx="1"/>
          </p:cNvCxnSpPr>
          <p:nvPr/>
        </p:nvCxnSpPr>
        <p:spPr>
          <a:xfrm>
            <a:off x="8756723" y="2588772"/>
            <a:ext cx="90111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直接箭头连接符 91">
            <a:extLst>
              <a:ext uri="{FF2B5EF4-FFF2-40B4-BE49-F238E27FC236}">
                <a16:creationId xmlns:a16="http://schemas.microsoft.com/office/drawing/2014/main" id="{0C1A8E7F-AB84-99E7-C252-9B35806DE91A}"/>
              </a:ext>
            </a:extLst>
          </p:cNvPr>
          <p:cNvCxnSpPr>
            <a:cxnSpLocks/>
            <a:endCxn id="93" idx="0"/>
          </p:cNvCxnSpPr>
          <p:nvPr/>
        </p:nvCxnSpPr>
        <p:spPr>
          <a:xfrm>
            <a:off x="9096736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椭圆 92">
            <a:extLst>
              <a:ext uri="{FF2B5EF4-FFF2-40B4-BE49-F238E27FC236}">
                <a16:creationId xmlns:a16="http://schemas.microsoft.com/office/drawing/2014/main" id="{715EB4D1-6CC8-F51C-7A28-7ACEC1233DD7}"/>
              </a:ext>
            </a:extLst>
          </p:cNvPr>
          <p:cNvSpPr/>
          <p:nvPr/>
        </p:nvSpPr>
        <p:spPr>
          <a:xfrm>
            <a:off x="8909699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4" name="直接箭头连接符 93">
            <a:extLst>
              <a:ext uri="{FF2B5EF4-FFF2-40B4-BE49-F238E27FC236}">
                <a16:creationId xmlns:a16="http://schemas.microsoft.com/office/drawing/2014/main" id="{56400E8C-7C8D-F130-4325-6C6145608261}"/>
              </a:ext>
            </a:extLst>
          </p:cNvPr>
          <p:cNvCxnSpPr>
            <a:cxnSpLocks/>
            <a:stCxn id="93" idx="4"/>
            <a:endCxn id="95" idx="0"/>
          </p:cNvCxnSpPr>
          <p:nvPr/>
        </p:nvCxnSpPr>
        <p:spPr>
          <a:xfrm flipH="1">
            <a:off x="9096735" y="3382177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椭圆 94">
            <a:extLst>
              <a:ext uri="{FF2B5EF4-FFF2-40B4-BE49-F238E27FC236}">
                <a16:creationId xmlns:a16="http://schemas.microsoft.com/office/drawing/2014/main" id="{70D61D37-44FA-F6EC-3908-E3F5C20F12D4}"/>
              </a:ext>
            </a:extLst>
          </p:cNvPr>
          <p:cNvSpPr/>
          <p:nvPr/>
        </p:nvSpPr>
        <p:spPr>
          <a:xfrm>
            <a:off x="8909698" y="3801508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6" name="直接箭头连接符 95">
            <a:extLst>
              <a:ext uri="{FF2B5EF4-FFF2-40B4-BE49-F238E27FC236}">
                <a16:creationId xmlns:a16="http://schemas.microsoft.com/office/drawing/2014/main" id="{CE041913-C24D-E4D2-C828-D0ED821EE0BC}"/>
              </a:ext>
            </a:extLst>
          </p:cNvPr>
          <p:cNvCxnSpPr>
            <a:cxnSpLocks/>
            <a:stCxn id="95" idx="6"/>
            <a:endCxn id="104" idx="2"/>
          </p:cNvCxnSpPr>
          <p:nvPr/>
        </p:nvCxnSpPr>
        <p:spPr>
          <a:xfrm>
            <a:off x="9283771" y="3988545"/>
            <a:ext cx="901116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矩形 98">
            <a:extLst>
              <a:ext uri="{FF2B5EF4-FFF2-40B4-BE49-F238E27FC236}">
                <a16:creationId xmlns:a16="http://schemas.microsoft.com/office/drawing/2014/main" id="{D35660FA-7374-9738-8876-4F9DD785353A}"/>
              </a:ext>
            </a:extLst>
          </p:cNvPr>
          <p:cNvSpPr/>
          <p:nvPr/>
        </p:nvSpPr>
        <p:spPr>
          <a:xfrm>
            <a:off x="9657838" y="240173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01" name="直接箭头连接符 100">
            <a:extLst>
              <a:ext uri="{FF2B5EF4-FFF2-40B4-BE49-F238E27FC236}">
                <a16:creationId xmlns:a16="http://schemas.microsoft.com/office/drawing/2014/main" id="{B896A58F-3106-A161-6B79-1AABF9C39298}"/>
              </a:ext>
            </a:extLst>
          </p:cNvPr>
          <p:cNvCxnSpPr>
            <a:cxnSpLocks/>
            <a:endCxn id="102" idx="0"/>
          </p:cNvCxnSpPr>
          <p:nvPr/>
        </p:nvCxnSpPr>
        <p:spPr>
          <a:xfrm>
            <a:off x="10371925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椭圆 101">
            <a:extLst>
              <a:ext uri="{FF2B5EF4-FFF2-40B4-BE49-F238E27FC236}">
                <a16:creationId xmlns:a16="http://schemas.microsoft.com/office/drawing/2014/main" id="{B154410A-4C30-9C82-6831-8CF1F80B7462}"/>
              </a:ext>
            </a:extLst>
          </p:cNvPr>
          <p:cNvSpPr/>
          <p:nvPr/>
        </p:nvSpPr>
        <p:spPr>
          <a:xfrm>
            <a:off x="10184888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03" name="直接箭头连接符 102">
            <a:extLst>
              <a:ext uri="{FF2B5EF4-FFF2-40B4-BE49-F238E27FC236}">
                <a16:creationId xmlns:a16="http://schemas.microsoft.com/office/drawing/2014/main" id="{D08EB9D8-18E2-E109-9EA5-74752FB8A717}"/>
              </a:ext>
            </a:extLst>
          </p:cNvPr>
          <p:cNvCxnSpPr>
            <a:cxnSpLocks/>
            <a:stCxn id="102" idx="4"/>
            <a:endCxn id="104" idx="0"/>
          </p:cNvCxnSpPr>
          <p:nvPr/>
        </p:nvCxnSpPr>
        <p:spPr>
          <a:xfrm flipH="1">
            <a:off x="10371924" y="3382177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椭圆 103">
            <a:extLst>
              <a:ext uri="{FF2B5EF4-FFF2-40B4-BE49-F238E27FC236}">
                <a16:creationId xmlns:a16="http://schemas.microsoft.com/office/drawing/2014/main" id="{033E902A-0128-8464-FD04-81AFEBB3163B}"/>
              </a:ext>
            </a:extLst>
          </p:cNvPr>
          <p:cNvSpPr/>
          <p:nvPr/>
        </p:nvSpPr>
        <p:spPr>
          <a:xfrm>
            <a:off x="10184887" y="3801508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05" name="直接箭头连接符 104">
            <a:extLst>
              <a:ext uri="{FF2B5EF4-FFF2-40B4-BE49-F238E27FC236}">
                <a16:creationId xmlns:a16="http://schemas.microsoft.com/office/drawing/2014/main" id="{AF8E7E6E-1CD7-29CD-05AF-643AFD2814AA}"/>
              </a:ext>
            </a:extLst>
          </p:cNvPr>
          <p:cNvCxnSpPr>
            <a:cxnSpLocks/>
            <a:stCxn id="104" idx="6"/>
          </p:cNvCxnSpPr>
          <p:nvPr/>
        </p:nvCxnSpPr>
        <p:spPr>
          <a:xfrm>
            <a:off x="10558960" y="3988545"/>
            <a:ext cx="901122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直接箭头连接符 108">
            <a:extLst>
              <a:ext uri="{FF2B5EF4-FFF2-40B4-BE49-F238E27FC236}">
                <a16:creationId xmlns:a16="http://schemas.microsoft.com/office/drawing/2014/main" id="{9F375E29-C210-2DA8-A2CE-283D48AACC85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1105562" y="2588772"/>
            <a:ext cx="90112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直接箭头连接符 109">
            <a:extLst>
              <a:ext uri="{FF2B5EF4-FFF2-40B4-BE49-F238E27FC236}">
                <a16:creationId xmlns:a16="http://schemas.microsoft.com/office/drawing/2014/main" id="{3D60A65D-5C5B-5B7C-9845-18A28081B861}"/>
              </a:ext>
            </a:extLst>
          </p:cNvPr>
          <p:cNvCxnSpPr>
            <a:cxnSpLocks/>
            <a:endCxn id="111" idx="0"/>
          </p:cNvCxnSpPr>
          <p:nvPr/>
        </p:nvCxnSpPr>
        <p:spPr>
          <a:xfrm>
            <a:off x="1445576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椭圆 110">
            <a:extLst>
              <a:ext uri="{FF2B5EF4-FFF2-40B4-BE49-F238E27FC236}">
                <a16:creationId xmlns:a16="http://schemas.microsoft.com/office/drawing/2014/main" id="{4A9CC370-8D57-2C3A-8CC0-DC581E535A27}"/>
              </a:ext>
            </a:extLst>
          </p:cNvPr>
          <p:cNvSpPr/>
          <p:nvPr/>
        </p:nvSpPr>
        <p:spPr>
          <a:xfrm>
            <a:off x="1258539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14" name="直接箭头连接符 113">
            <a:extLst>
              <a:ext uri="{FF2B5EF4-FFF2-40B4-BE49-F238E27FC236}">
                <a16:creationId xmlns:a16="http://schemas.microsoft.com/office/drawing/2014/main" id="{FCC2E39F-64CB-AF2A-143E-423E921C93CC}"/>
              </a:ext>
            </a:extLst>
          </p:cNvPr>
          <p:cNvCxnSpPr>
            <a:cxnSpLocks/>
            <a:endCxn id="22" idx="2"/>
          </p:cNvCxnSpPr>
          <p:nvPr/>
        </p:nvCxnSpPr>
        <p:spPr>
          <a:xfrm>
            <a:off x="1445575" y="3988545"/>
            <a:ext cx="108815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7" name="文本框 116">
                <a:extLst>
                  <a:ext uri="{FF2B5EF4-FFF2-40B4-BE49-F238E27FC236}">
                    <a16:creationId xmlns:a16="http://schemas.microsoft.com/office/drawing/2014/main" id="{54D2947B-2524-6C9A-D05C-2F1775504FF1}"/>
                  </a:ext>
                </a:extLst>
              </p:cNvPr>
              <p:cNvSpPr txBox="1"/>
              <p:nvPr/>
            </p:nvSpPr>
            <p:spPr>
              <a:xfrm>
                <a:off x="416099" y="2375698"/>
                <a:ext cx="74892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altLang="zh-CN" sz="2000" dirty="0"/>
              </a:p>
            </p:txBody>
          </p:sp>
        </mc:Choice>
        <mc:Fallback xmlns="">
          <p:sp>
            <p:nvSpPr>
              <p:cNvPr id="117" name="文本框 116">
                <a:extLst>
                  <a:ext uri="{FF2B5EF4-FFF2-40B4-BE49-F238E27FC236}">
                    <a16:creationId xmlns:a16="http://schemas.microsoft.com/office/drawing/2014/main" id="{54D2947B-2524-6C9A-D05C-2F1775504F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099" y="2375698"/>
                <a:ext cx="748923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文本框 117">
                <a:extLst>
                  <a:ext uri="{FF2B5EF4-FFF2-40B4-BE49-F238E27FC236}">
                    <a16:creationId xmlns:a16="http://schemas.microsoft.com/office/drawing/2014/main" id="{CB0BC834-E8C2-2A90-AC46-5FC083229F84}"/>
                  </a:ext>
                </a:extLst>
              </p:cNvPr>
              <p:cNvSpPr txBox="1"/>
              <p:nvPr/>
            </p:nvSpPr>
            <p:spPr>
              <a:xfrm>
                <a:off x="11382215" y="3775471"/>
                <a:ext cx="73520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altLang="zh-CN" sz="2000" dirty="0"/>
              </a:p>
            </p:txBody>
          </p:sp>
        </mc:Choice>
        <mc:Fallback xmlns="">
          <p:sp>
            <p:nvSpPr>
              <p:cNvPr id="118" name="文本框 117">
                <a:extLst>
                  <a:ext uri="{FF2B5EF4-FFF2-40B4-BE49-F238E27FC236}">
                    <a16:creationId xmlns:a16="http://schemas.microsoft.com/office/drawing/2014/main" id="{CB0BC834-E8C2-2A90-AC46-5FC083229F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82215" y="3775471"/>
                <a:ext cx="735201" cy="400110"/>
              </a:xfrm>
              <a:prstGeom prst="rect">
                <a:avLst/>
              </a:prstGeom>
              <a:blipFill>
                <a:blip r:embed="rId4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0" name="直接连接符 119">
            <a:extLst>
              <a:ext uri="{FF2B5EF4-FFF2-40B4-BE49-F238E27FC236}">
                <a16:creationId xmlns:a16="http://schemas.microsoft.com/office/drawing/2014/main" id="{EF654CD2-BF48-1248-FBAF-A1EFAC973526}"/>
              </a:ext>
            </a:extLst>
          </p:cNvPr>
          <p:cNvCxnSpPr>
            <a:cxnSpLocks/>
            <a:stCxn id="99" idx="3"/>
          </p:cNvCxnSpPr>
          <p:nvPr/>
        </p:nvCxnSpPr>
        <p:spPr>
          <a:xfrm flipV="1">
            <a:off x="10031911" y="2588771"/>
            <a:ext cx="340012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直接箭头连接符 123">
            <a:extLst>
              <a:ext uri="{FF2B5EF4-FFF2-40B4-BE49-F238E27FC236}">
                <a16:creationId xmlns:a16="http://schemas.microsoft.com/office/drawing/2014/main" id="{43606E5C-9400-A52D-88F5-96C6617498CE}"/>
              </a:ext>
            </a:extLst>
          </p:cNvPr>
          <p:cNvCxnSpPr>
            <a:cxnSpLocks/>
            <a:endCxn id="111" idx="2"/>
          </p:cNvCxnSpPr>
          <p:nvPr/>
        </p:nvCxnSpPr>
        <p:spPr>
          <a:xfrm>
            <a:off x="905933" y="3195141"/>
            <a:ext cx="352606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7" name="文本框 126">
                <a:extLst>
                  <a:ext uri="{FF2B5EF4-FFF2-40B4-BE49-F238E27FC236}">
                    <a16:creationId xmlns:a16="http://schemas.microsoft.com/office/drawing/2014/main" id="{D2A1BCDA-EDE8-E577-BFCA-8A9785D03EE4}"/>
                  </a:ext>
                </a:extLst>
              </p:cNvPr>
              <p:cNvSpPr txBox="1"/>
              <p:nvPr/>
            </p:nvSpPr>
            <p:spPr>
              <a:xfrm>
                <a:off x="246578" y="2848562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0.96875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27" name="文本框 126">
                <a:extLst>
                  <a:ext uri="{FF2B5EF4-FFF2-40B4-BE49-F238E27FC236}">
                    <a16:creationId xmlns:a16="http://schemas.microsoft.com/office/drawing/2014/main" id="{D2A1BCDA-EDE8-E577-BFCA-8A9785D03E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578" y="2848562"/>
                <a:ext cx="965200" cy="3385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8" name="直接箭头连接符 127">
            <a:extLst>
              <a:ext uri="{FF2B5EF4-FFF2-40B4-BE49-F238E27FC236}">
                <a16:creationId xmlns:a16="http://schemas.microsoft.com/office/drawing/2014/main" id="{10B0DC2F-30A2-1CA8-9929-29FB47674C00}"/>
              </a:ext>
            </a:extLst>
          </p:cNvPr>
          <p:cNvCxnSpPr>
            <a:cxnSpLocks/>
            <a:endCxn id="16" idx="2"/>
          </p:cNvCxnSpPr>
          <p:nvPr/>
        </p:nvCxnSpPr>
        <p:spPr>
          <a:xfrm>
            <a:off x="2261508" y="3195141"/>
            <a:ext cx="272227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文本框 130">
                <a:extLst>
                  <a:ext uri="{FF2B5EF4-FFF2-40B4-BE49-F238E27FC236}">
                    <a16:creationId xmlns:a16="http://schemas.microsoft.com/office/drawing/2014/main" id="{099385A7-5EFC-6CA7-F921-0407B7F4D2A8}"/>
                  </a:ext>
                </a:extLst>
              </p:cNvPr>
              <p:cNvSpPr txBox="1"/>
              <p:nvPr/>
            </p:nvSpPr>
            <p:spPr>
              <a:xfrm>
                <a:off x="1639685" y="2861057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0.875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31" name="文本框 130">
                <a:extLst>
                  <a:ext uri="{FF2B5EF4-FFF2-40B4-BE49-F238E27FC236}">
                    <a16:creationId xmlns:a16="http://schemas.microsoft.com/office/drawing/2014/main" id="{099385A7-5EFC-6CA7-F921-0407B7F4D2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9685" y="2861057"/>
                <a:ext cx="965200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2" name="直接箭头连接符 131">
            <a:extLst>
              <a:ext uri="{FF2B5EF4-FFF2-40B4-BE49-F238E27FC236}">
                <a16:creationId xmlns:a16="http://schemas.microsoft.com/office/drawing/2014/main" id="{756F1098-F9AB-C025-B4E2-7A874BB6DC8B}"/>
              </a:ext>
            </a:extLst>
          </p:cNvPr>
          <p:cNvCxnSpPr>
            <a:cxnSpLocks/>
            <a:endCxn id="49" idx="2"/>
          </p:cNvCxnSpPr>
          <p:nvPr/>
        </p:nvCxnSpPr>
        <p:spPr>
          <a:xfrm>
            <a:off x="3434851" y="3195139"/>
            <a:ext cx="374079" cy="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5" name="文本框 134">
                <a:extLst>
                  <a:ext uri="{FF2B5EF4-FFF2-40B4-BE49-F238E27FC236}">
                    <a16:creationId xmlns:a16="http://schemas.microsoft.com/office/drawing/2014/main" id="{2178D333-A093-275B-5A69-43706B24CDD6}"/>
                  </a:ext>
                </a:extLst>
              </p:cNvPr>
              <p:cNvSpPr txBox="1"/>
              <p:nvPr/>
            </p:nvSpPr>
            <p:spPr>
              <a:xfrm>
                <a:off x="2872233" y="2845234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0.65625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35" name="文本框 134">
                <a:extLst>
                  <a:ext uri="{FF2B5EF4-FFF2-40B4-BE49-F238E27FC236}">
                    <a16:creationId xmlns:a16="http://schemas.microsoft.com/office/drawing/2014/main" id="{2178D333-A093-275B-5A69-43706B24CD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2233" y="2845234"/>
                <a:ext cx="965200" cy="3385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6" name="直接箭头连接符 135">
            <a:extLst>
              <a:ext uri="{FF2B5EF4-FFF2-40B4-BE49-F238E27FC236}">
                <a16:creationId xmlns:a16="http://schemas.microsoft.com/office/drawing/2014/main" id="{2DCA5702-0617-6E79-8A85-A85532A34A62}"/>
              </a:ext>
            </a:extLst>
          </p:cNvPr>
          <p:cNvCxnSpPr>
            <a:cxnSpLocks/>
          </p:cNvCxnSpPr>
          <p:nvPr/>
        </p:nvCxnSpPr>
        <p:spPr>
          <a:xfrm>
            <a:off x="4710050" y="3195139"/>
            <a:ext cx="37407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7" name="文本框 136">
                <a:extLst>
                  <a:ext uri="{FF2B5EF4-FFF2-40B4-BE49-F238E27FC236}">
                    <a16:creationId xmlns:a16="http://schemas.microsoft.com/office/drawing/2014/main" id="{FA69BB4B-2A0E-22DB-6968-F0F03F0E975F}"/>
                  </a:ext>
                </a:extLst>
              </p:cNvPr>
              <p:cNvSpPr txBox="1"/>
              <p:nvPr/>
            </p:nvSpPr>
            <p:spPr>
              <a:xfrm>
                <a:off x="4133644" y="2854214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0.5625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37" name="文本框 136">
                <a:extLst>
                  <a:ext uri="{FF2B5EF4-FFF2-40B4-BE49-F238E27FC236}">
                    <a16:creationId xmlns:a16="http://schemas.microsoft.com/office/drawing/2014/main" id="{FA69BB4B-2A0E-22DB-6968-F0F03F0E97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3644" y="2854214"/>
                <a:ext cx="965200" cy="33855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8" name="直接箭头连接符 137">
            <a:extLst>
              <a:ext uri="{FF2B5EF4-FFF2-40B4-BE49-F238E27FC236}">
                <a16:creationId xmlns:a16="http://schemas.microsoft.com/office/drawing/2014/main" id="{18FA1185-1DCE-D17C-20D8-F7FC8A507EE6}"/>
              </a:ext>
            </a:extLst>
          </p:cNvPr>
          <p:cNvCxnSpPr>
            <a:cxnSpLocks/>
            <a:endCxn id="75" idx="2"/>
          </p:cNvCxnSpPr>
          <p:nvPr/>
        </p:nvCxnSpPr>
        <p:spPr>
          <a:xfrm flipV="1">
            <a:off x="5985243" y="3195141"/>
            <a:ext cx="374074" cy="64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文本框 139">
                <a:extLst>
                  <a:ext uri="{FF2B5EF4-FFF2-40B4-BE49-F238E27FC236}">
                    <a16:creationId xmlns:a16="http://schemas.microsoft.com/office/drawing/2014/main" id="{62EC60B6-B751-EA95-D46A-5A3C78A391B8}"/>
                  </a:ext>
                </a:extLst>
              </p:cNvPr>
              <p:cNvSpPr txBox="1"/>
              <p:nvPr/>
            </p:nvSpPr>
            <p:spPr>
              <a:xfrm>
                <a:off x="5551713" y="2854214"/>
                <a:ext cx="90111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0.375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40" name="文本框 139">
                <a:extLst>
                  <a:ext uri="{FF2B5EF4-FFF2-40B4-BE49-F238E27FC236}">
                    <a16:creationId xmlns:a16="http://schemas.microsoft.com/office/drawing/2014/main" id="{62EC60B6-B751-EA95-D46A-5A3C78A391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1713" y="2854214"/>
                <a:ext cx="901118" cy="33855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2" name="直接箭头连接符 141">
            <a:extLst>
              <a:ext uri="{FF2B5EF4-FFF2-40B4-BE49-F238E27FC236}">
                <a16:creationId xmlns:a16="http://schemas.microsoft.com/office/drawing/2014/main" id="{75A5383D-3A2D-B1FF-BB31-224DE7A5F0E1}"/>
              </a:ext>
            </a:extLst>
          </p:cNvPr>
          <p:cNvCxnSpPr>
            <a:cxnSpLocks/>
          </p:cNvCxnSpPr>
          <p:nvPr/>
        </p:nvCxnSpPr>
        <p:spPr>
          <a:xfrm>
            <a:off x="7260435" y="3199177"/>
            <a:ext cx="37407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3" name="文本框 142">
                <a:extLst>
                  <a:ext uri="{FF2B5EF4-FFF2-40B4-BE49-F238E27FC236}">
                    <a16:creationId xmlns:a16="http://schemas.microsoft.com/office/drawing/2014/main" id="{1B53FBAB-D87F-BC59-E357-F8AF0A33C782}"/>
                  </a:ext>
                </a:extLst>
              </p:cNvPr>
              <p:cNvSpPr txBox="1"/>
              <p:nvPr/>
            </p:nvSpPr>
            <p:spPr>
              <a:xfrm>
                <a:off x="6699324" y="2845234"/>
                <a:ext cx="10130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−0.3125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43" name="文本框 142">
                <a:extLst>
                  <a:ext uri="{FF2B5EF4-FFF2-40B4-BE49-F238E27FC236}">
                    <a16:creationId xmlns:a16="http://schemas.microsoft.com/office/drawing/2014/main" id="{1B53FBAB-D87F-BC59-E357-F8AF0A33C7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9324" y="2845234"/>
                <a:ext cx="1013047" cy="33855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4" name="直接箭头连接符 143">
            <a:extLst>
              <a:ext uri="{FF2B5EF4-FFF2-40B4-BE49-F238E27FC236}">
                <a16:creationId xmlns:a16="http://schemas.microsoft.com/office/drawing/2014/main" id="{3D281963-EEE2-7C9B-9DAE-32255D49456F}"/>
              </a:ext>
            </a:extLst>
          </p:cNvPr>
          <p:cNvCxnSpPr>
            <a:cxnSpLocks/>
            <a:endCxn id="93" idx="2"/>
          </p:cNvCxnSpPr>
          <p:nvPr/>
        </p:nvCxnSpPr>
        <p:spPr>
          <a:xfrm>
            <a:off x="8569685" y="3195141"/>
            <a:ext cx="340014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文本框 146">
                <a:extLst>
                  <a:ext uri="{FF2B5EF4-FFF2-40B4-BE49-F238E27FC236}">
                    <a16:creationId xmlns:a16="http://schemas.microsoft.com/office/drawing/2014/main" id="{4EB3A6A6-765C-AFDD-9CB8-DB7781BE654C}"/>
                  </a:ext>
                </a:extLst>
              </p:cNvPr>
              <p:cNvSpPr txBox="1"/>
              <p:nvPr/>
            </p:nvSpPr>
            <p:spPr>
              <a:xfrm>
                <a:off x="8029100" y="2854214"/>
                <a:ext cx="10130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0.1875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47" name="文本框 146">
                <a:extLst>
                  <a:ext uri="{FF2B5EF4-FFF2-40B4-BE49-F238E27FC236}">
                    <a16:creationId xmlns:a16="http://schemas.microsoft.com/office/drawing/2014/main" id="{4EB3A6A6-765C-AFDD-9CB8-DB7781BE65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9100" y="2854214"/>
                <a:ext cx="1013047" cy="33855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8" name="直接箭头连接符 147">
            <a:extLst>
              <a:ext uri="{FF2B5EF4-FFF2-40B4-BE49-F238E27FC236}">
                <a16:creationId xmlns:a16="http://schemas.microsoft.com/office/drawing/2014/main" id="{CD2061F3-B6E1-D891-039E-4B63CC042A13}"/>
              </a:ext>
            </a:extLst>
          </p:cNvPr>
          <p:cNvCxnSpPr>
            <a:cxnSpLocks/>
            <a:endCxn id="102" idx="2"/>
          </p:cNvCxnSpPr>
          <p:nvPr/>
        </p:nvCxnSpPr>
        <p:spPr>
          <a:xfrm flipV="1">
            <a:off x="9810816" y="3195141"/>
            <a:ext cx="374072" cy="403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文本框 150">
                <a:extLst>
                  <a:ext uri="{FF2B5EF4-FFF2-40B4-BE49-F238E27FC236}">
                    <a16:creationId xmlns:a16="http://schemas.microsoft.com/office/drawing/2014/main" id="{711CDC8A-BE3B-2C52-3BA6-5283F3B38C94}"/>
                  </a:ext>
                </a:extLst>
              </p:cNvPr>
              <p:cNvSpPr txBox="1"/>
              <p:nvPr/>
            </p:nvSpPr>
            <p:spPr>
              <a:xfrm>
                <a:off x="9340474" y="2860623"/>
                <a:ext cx="10130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−0.125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51" name="文本框 150">
                <a:extLst>
                  <a:ext uri="{FF2B5EF4-FFF2-40B4-BE49-F238E27FC236}">
                    <a16:creationId xmlns:a16="http://schemas.microsoft.com/office/drawing/2014/main" id="{711CDC8A-BE3B-2C52-3BA6-5283F3B38C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40474" y="2860623"/>
                <a:ext cx="1013047" cy="33855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2" name="直接连接符 171">
            <a:extLst>
              <a:ext uri="{FF2B5EF4-FFF2-40B4-BE49-F238E27FC236}">
                <a16:creationId xmlns:a16="http://schemas.microsoft.com/office/drawing/2014/main" id="{A5D3F307-F0D7-D422-4AFE-E983EB6B83DC}"/>
              </a:ext>
            </a:extLst>
          </p:cNvPr>
          <p:cNvCxnSpPr>
            <a:cxnSpLocks/>
            <a:endCxn id="111" idx="4"/>
          </p:cNvCxnSpPr>
          <p:nvPr/>
        </p:nvCxnSpPr>
        <p:spPr>
          <a:xfrm flipV="1">
            <a:off x="1445576" y="3382177"/>
            <a:ext cx="0" cy="60636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6" name="文本框 175">
                <a:extLst>
                  <a:ext uri="{FF2B5EF4-FFF2-40B4-BE49-F238E27FC236}">
                    <a16:creationId xmlns:a16="http://schemas.microsoft.com/office/drawing/2014/main" id="{BB09C1AC-4517-8130-CEA7-19DBDE8B910C}"/>
                  </a:ext>
                </a:extLst>
              </p:cNvPr>
              <p:cNvSpPr txBox="1"/>
              <p:nvPr/>
            </p:nvSpPr>
            <p:spPr>
              <a:xfrm>
                <a:off x="1827945" y="4064000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16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76" name="文本框 175">
                <a:extLst>
                  <a:ext uri="{FF2B5EF4-FFF2-40B4-BE49-F238E27FC236}">
                    <a16:creationId xmlns:a16="http://schemas.microsoft.com/office/drawing/2014/main" id="{BB09C1AC-4517-8130-CEA7-19DBDE8B91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7945" y="4064000"/>
                <a:ext cx="468398" cy="338554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7" name="文本框 176">
                <a:extLst>
                  <a:ext uri="{FF2B5EF4-FFF2-40B4-BE49-F238E27FC236}">
                    <a16:creationId xmlns:a16="http://schemas.microsoft.com/office/drawing/2014/main" id="{F3E57302-E8C4-0DD3-31C6-146AF99D03EC}"/>
                  </a:ext>
                </a:extLst>
              </p:cNvPr>
              <p:cNvSpPr txBox="1"/>
              <p:nvPr/>
            </p:nvSpPr>
            <p:spPr>
              <a:xfrm>
                <a:off x="2735720" y="3399936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16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77" name="文本框 176">
                <a:extLst>
                  <a:ext uri="{FF2B5EF4-FFF2-40B4-BE49-F238E27FC236}">
                    <a16:creationId xmlns:a16="http://schemas.microsoft.com/office/drawing/2014/main" id="{F3E57302-E8C4-0DD3-31C6-146AF99D03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5720" y="3399936"/>
                <a:ext cx="468398" cy="338554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8" name="文本框 177">
                <a:extLst>
                  <a:ext uri="{FF2B5EF4-FFF2-40B4-BE49-F238E27FC236}">
                    <a16:creationId xmlns:a16="http://schemas.microsoft.com/office/drawing/2014/main" id="{6179CA48-0789-A8C1-1DAB-E5384AA5621C}"/>
                  </a:ext>
                </a:extLst>
              </p:cNvPr>
              <p:cNvSpPr txBox="1"/>
              <p:nvPr/>
            </p:nvSpPr>
            <p:spPr>
              <a:xfrm>
                <a:off x="4026671" y="3387196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16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78" name="文本框 177">
                <a:extLst>
                  <a:ext uri="{FF2B5EF4-FFF2-40B4-BE49-F238E27FC236}">
                    <a16:creationId xmlns:a16="http://schemas.microsoft.com/office/drawing/2014/main" id="{6179CA48-0789-A8C1-1DAB-E5384AA562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6671" y="3387196"/>
                <a:ext cx="468398" cy="338554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9" name="文本框 178">
                <a:extLst>
                  <a:ext uri="{FF2B5EF4-FFF2-40B4-BE49-F238E27FC236}">
                    <a16:creationId xmlns:a16="http://schemas.microsoft.com/office/drawing/2014/main" id="{DAFAEFB2-4537-F26B-8A32-6B5EE63B5F2A}"/>
                  </a:ext>
                </a:extLst>
              </p:cNvPr>
              <p:cNvSpPr txBox="1"/>
              <p:nvPr/>
            </p:nvSpPr>
            <p:spPr>
              <a:xfrm>
                <a:off x="5253321" y="3382176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16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79" name="文本框 178">
                <a:extLst>
                  <a:ext uri="{FF2B5EF4-FFF2-40B4-BE49-F238E27FC236}">
                    <a16:creationId xmlns:a16="http://schemas.microsoft.com/office/drawing/2014/main" id="{DAFAEFB2-4537-F26B-8A32-6B5EE63B5F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3321" y="3382176"/>
                <a:ext cx="468398" cy="338554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0" name="文本框 179">
                <a:extLst>
                  <a:ext uri="{FF2B5EF4-FFF2-40B4-BE49-F238E27FC236}">
                    <a16:creationId xmlns:a16="http://schemas.microsoft.com/office/drawing/2014/main" id="{35B39CC5-BC60-BFC7-9F7B-85F2464ABABA}"/>
                  </a:ext>
                </a:extLst>
              </p:cNvPr>
              <p:cNvSpPr txBox="1"/>
              <p:nvPr/>
            </p:nvSpPr>
            <p:spPr>
              <a:xfrm>
                <a:off x="6545543" y="3378140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16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80" name="文本框 179">
                <a:extLst>
                  <a:ext uri="{FF2B5EF4-FFF2-40B4-BE49-F238E27FC236}">
                    <a16:creationId xmlns:a16="http://schemas.microsoft.com/office/drawing/2014/main" id="{35B39CC5-BC60-BFC7-9F7B-85F2464ABA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5543" y="3378140"/>
                <a:ext cx="468398" cy="338554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1" name="文本框 180">
                <a:extLst>
                  <a:ext uri="{FF2B5EF4-FFF2-40B4-BE49-F238E27FC236}">
                    <a16:creationId xmlns:a16="http://schemas.microsoft.com/office/drawing/2014/main" id="{42498A4F-33C0-75EB-02C1-1DBA7F9DEC06}"/>
                  </a:ext>
                </a:extLst>
              </p:cNvPr>
              <p:cNvSpPr txBox="1"/>
              <p:nvPr/>
            </p:nvSpPr>
            <p:spPr>
              <a:xfrm>
                <a:off x="7815576" y="3346807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16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81" name="文本框 180">
                <a:extLst>
                  <a:ext uri="{FF2B5EF4-FFF2-40B4-BE49-F238E27FC236}">
                    <a16:creationId xmlns:a16="http://schemas.microsoft.com/office/drawing/2014/main" id="{42498A4F-33C0-75EB-02C1-1DBA7F9DEC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5576" y="3346807"/>
                <a:ext cx="468398" cy="338554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2" name="文本框 181">
                <a:extLst>
                  <a:ext uri="{FF2B5EF4-FFF2-40B4-BE49-F238E27FC236}">
                    <a16:creationId xmlns:a16="http://schemas.microsoft.com/office/drawing/2014/main" id="{14D2EB74-9E9B-641A-E133-723EA533F81A}"/>
                  </a:ext>
                </a:extLst>
              </p:cNvPr>
              <p:cNvSpPr txBox="1"/>
              <p:nvPr/>
            </p:nvSpPr>
            <p:spPr>
              <a:xfrm>
                <a:off x="9085251" y="3378141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16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82" name="文本框 181">
                <a:extLst>
                  <a:ext uri="{FF2B5EF4-FFF2-40B4-BE49-F238E27FC236}">
                    <a16:creationId xmlns:a16="http://schemas.microsoft.com/office/drawing/2014/main" id="{14D2EB74-9E9B-641A-E133-723EA533F8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85251" y="3378141"/>
                <a:ext cx="468398" cy="338554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3" name="文本框 182">
                <a:extLst>
                  <a:ext uri="{FF2B5EF4-FFF2-40B4-BE49-F238E27FC236}">
                    <a16:creationId xmlns:a16="http://schemas.microsoft.com/office/drawing/2014/main" id="{D9C01E04-56D0-34A1-BC84-DF718A765FDD}"/>
                  </a:ext>
                </a:extLst>
              </p:cNvPr>
              <p:cNvSpPr txBox="1"/>
              <p:nvPr/>
            </p:nvSpPr>
            <p:spPr>
              <a:xfrm>
                <a:off x="10324761" y="3369436"/>
                <a:ext cx="46839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16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83" name="文本框 182">
                <a:extLst>
                  <a:ext uri="{FF2B5EF4-FFF2-40B4-BE49-F238E27FC236}">
                    <a16:creationId xmlns:a16="http://schemas.microsoft.com/office/drawing/2014/main" id="{D9C01E04-56D0-34A1-BC84-DF718A765F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24761" y="3369436"/>
                <a:ext cx="468398" cy="338554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5" name="文本框 184">
                <a:extLst>
                  <a:ext uri="{FF2B5EF4-FFF2-40B4-BE49-F238E27FC236}">
                    <a16:creationId xmlns:a16="http://schemas.microsoft.com/office/drawing/2014/main" id="{1C54075C-EABB-27DE-86AD-2FB19EE85DF6}"/>
                  </a:ext>
                </a:extLst>
              </p:cNvPr>
              <p:cNvSpPr txBox="1"/>
              <p:nvPr/>
            </p:nvSpPr>
            <p:spPr>
              <a:xfrm>
                <a:off x="3047682" y="4067490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17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85" name="文本框 184">
                <a:extLst>
                  <a:ext uri="{FF2B5EF4-FFF2-40B4-BE49-F238E27FC236}">
                    <a16:creationId xmlns:a16="http://schemas.microsoft.com/office/drawing/2014/main" id="{1C54075C-EABB-27DE-86AD-2FB19EE85D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7682" y="4067490"/>
                <a:ext cx="468398" cy="338554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6" name="文本框 185">
                <a:extLst>
                  <a:ext uri="{FF2B5EF4-FFF2-40B4-BE49-F238E27FC236}">
                    <a16:creationId xmlns:a16="http://schemas.microsoft.com/office/drawing/2014/main" id="{E90ED827-42FA-D0C8-AF02-688544F36404}"/>
                  </a:ext>
                </a:extLst>
              </p:cNvPr>
              <p:cNvSpPr txBox="1"/>
              <p:nvPr/>
            </p:nvSpPr>
            <p:spPr>
              <a:xfrm>
                <a:off x="4360430" y="4055357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18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86" name="文本框 185">
                <a:extLst>
                  <a:ext uri="{FF2B5EF4-FFF2-40B4-BE49-F238E27FC236}">
                    <a16:creationId xmlns:a16="http://schemas.microsoft.com/office/drawing/2014/main" id="{E90ED827-42FA-D0C8-AF02-688544F364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60430" y="4055357"/>
                <a:ext cx="468398" cy="338554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7" name="文本框 186">
                <a:extLst>
                  <a:ext uri="{FF2B5EF4-FFF2-40B4-BE49-F238E27FC236}">
                    <a16:creationId xmlns:a16="http://schemas.microsoft.com/office/drawing/2014/main" id="{7BDA4F6E-C1DD-C634-D4EF-931E8BF2F2C9}"/>
                  </a:ext>
                </a:extLst>
              </p:cNvPr>
              <p:cNvSpPr txBox="1"/>
              <p:nvPr/>
            </p:nvSpPr>
            <p:spPr>
              <a:xfrm>
                <a:off x="5703882" y="4067490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19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87" name="文本框 186">
                <a:extLst>
                  <a:ext uri="{FF2B5EF4-FFF2-40B4-BE49-F238E27FC236}">
                    <a16:creationId xmlns:a16="http://schemas.microsoft.com/office/drawing/2014/main" id="{7BDA4F6E-C1DD-C634-D4EF-931E8BF2F2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3882" y="4067490"/>
                <a:ext cx="468398" cy="338554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8" name="文本框 187">
                <a:extLst>
                  <a:ext uri="{FF2B5EF4-FFF2-40B4-BE49-F238E27FC236}">
                    <a16:creationId xmlns:a16="http://schemas.microsoft.com/office/drawing/2014/main" id="{FE8D7189-99D6-71FA-3738-3D434E88629E}"/>
                  </a:ext>
                </a:extLst>
              </p:cNvPr>
              <p:cNvSpPr txBox="1"/>
              <p:nvPr/>
            </p:nvSpPr>
            <p:spPr>
              <a:xfrm>
                <a:off x="6895164" y="4067490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88" name="文本框 187">
                <a:extLst>
                  <a:ext uri="{FF2B5EF4-FFF2-40B4-BE49-F238E27FC236}">
                    <a16:creationId xmlns:a16="http://schemas.microsoft.com/office/drawing/2014/main" id="{FE8D7189-99D6-71FA-3738-3D434E8862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5164" y="4067490"/>
                <a:ext cx="468398" cy="338554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9" name="文本框 188">
                <a:extLst>
                  <a:ext uri="{FF2B5EF4-FFF2-40B4-BE49-F238E27FC236}">
                    <a16:creationId xmlns:a16="http://schemas.microsoft.com/office/drawing/2014/main" id="{66890F98-5B05-D01E-DE51-795A75710739}"/>
                  </a:ext>
                </a:extLst>
              </p:cNvPr>
              <p:cNvSpPr txBox="1"/>
              <p:nvPr/>
            </p:nvSpPr>
            <p:spPr>
              <a:xfrm>
                <a:off x="8195621" y="4054790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21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89" name="文本框 188">
                <a:extLst>
                  <a:ext uri="{FF2B5EF4-FFF2-40B4-BE49-F238E27FC236}">
                    <a16:creationId xmlns:a16="http://schemas.microsoft.com/office/drawing/2014/main" id="{66890F98-5B05-D01E-DE51-795A757107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95621" y="4054790"/>
                <a:ext cx="468398" cy="338554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0" name="文本框 189">
                <a:extLst>
                  <a:ext uri="{FF2B5EF4-FFF2-40B4-BE49-F238E27FC236}">
                    <a16:creationId xmlns:a16="http://schemas.microsoft.com/office/drawing/2014/main" id="{2E7C301B-F4B5-186D-D340-674698962D06}"/>
                  </a:ext>
                </a:extLst>
              </p:cNvPr>
              <p:cNvSpPr txBox="1"/>
              <p:nvPr/>
            </p:nvSpPr>
            <p:spPr>
              <a:xfrm>
                <a:off x="9500130" y="4054790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22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90" name="文本框 189">
                <a:extLst>
                  <a:ext uri="{FF2B5EF4-FFF2-40B4-BE49-F238E27FC236}">
                    <a16:creationId xmlns:a16="http://schemas.microsoft.com/office/drawing/2014/main" id="{2E7C301B-F4B5-186D-D340-674698962D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00130" y="4054790"/>
                <a:ext cx="468398" cy="338554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文本框 190">
                <a:extLst>
                  <a:ext uri="{FF2B5EF4-FFF2-40B4-BE49-F238E27FC236}">
                    <a16:creationId xmlns:a16="http://schemas.microsoft.com/office/drawing/2014/main" id="{620F97A1-4BD3-2891-EA16-AC6F272C4BF8}"/>
                  </a:ext>
                </a:extLst>
              </p:cNvPr>
              <p:cNvSpPr txBox="1"/>
              <p:nvPr/>
            </p:nvSpPr>
            <p:spPr>
              <a:xfrm>
                <a:off x="10641492" y="4032343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23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91" name="文本框 190">
                <a:extLst>
                  <a:ext uri="{FF2B5EF4-FFF2-40B4-BE49-F238E27FC236}">
                    <a16:creationId xmlns:a16="http://schemas.microsoft.com/office/drawing/2014/main" id="{620F97A1-4BD3-2891-EA16-AC6F272C4B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41492" y="4032343"/>
                <a:ext cx="468398" cy="338554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01418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21B58-BA23-E7A7-B2DB-505DD18F1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2B65D6-17A4-8C13-2602-152F53E014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446933" y="6485156"/>
            <a:ext cx="745067" cy="365125"/>
          </a:xfrm>
        </p:spPr>
        <p:txBody>
          <a:bodyPr/>
          <a:lstStyle/>
          <a:p>
            <a:fld id="{B5356B1E-B159-40D5-AF70-1DC54B0D1CEA}" type="slidenum">
              <a:rPr lang="en-US" altLang="zh-CN" sz="1600" smtClean="0"/>
              <a:pPr/>
              <a:t>3</a:t>
            </a:fld>
            <a:endParaRPr lang="en-US" altLang="zh-CN" sz="160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DB936C5-CA93-5A6D-D36A-A491583DCE87}"/>
              </a:ext>
            </a:extLst>
          </p:cNvPr>
          <p:cNvSpPr/>
          <p:nvPr/>
        </p:nvSpPr>
        <p:spPr>
          <a:xfrm>
            <a:off x="1887435" y="121301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CB210356-0CDC-04BE-280B-3193C0855B93}"/>
              </a:ext>
            </a:extLst>
          </p:cNvPr>
          <p:cNvSpPr/>
          <p:nvPr/>
        </p:nvSpPr>
        <p:spPr>
          <a:xfrm>
            <a:off x="2380758" y="1213015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FBC033AC-1205-C4D5-F1FB-802C2F448EAC}"/>
              </a:ext>
            </a:extLst>
          </p:cNvPr>
          <p:cNvSpPr/>
          <p:nvPr/>
        </p:nvSpPr>
        <p:spPr>
          <a:xfrm>
            <a:off x="2907808" y="121301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D9B21AA-E149-9D68-2772-93ACB2942084}"/>
              </a:ext>
            </a:extLst>
          </p:cNvPr>
          <p:cNvSpPr txBox="1"/>
          <p:nvPr/>
        </p:nvSpPr>
        <p:spPr>
          <a:xfrm>
            <a:off x="3090683" y="242331"/>
            <a:ext cx="76671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L11, N = 8 FIR</a:t>
            </a:r>
            <a:r>
              <a:rPr lang="zh-CN" altLang="en-US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滤波器（平衡加法树）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B9B3EAD-B59E-BC34-A3DC-ADA4F97F09F9}"/>
              </a:ext>
            </a:extLst>
          </p:cNvPr>
          <p:cNvSpPr/>
          <p:nvPr/>
        </p:nvSpPr>
        <p:spPr>
          <a:xfrm>
            <a:off x="2006685" y="240173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AEFBE6D1-BED4-5C46-B58B-261EBDBAAC11}"/>
              </a:ext>
            </a:extLst>
          </p:cNvPr>
          <p:cNvCxnSpPr>
            <a:cxnSpLocks/>
            <a:stCxn id="7" idx="3"/>
            <a:endCxn id="46" idx="1"/>
          </p:cNvCxnSpPr>
          <p:nvPr/>
        </p:nvCxnSpPr>
        <p:spPr>
          <a:xfrm>
            <a:off x="2380758" y="2588772"/>
            <a:ext cx="70992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D75F0C04-A3A2-426A-B253-9032D14CB50A}"/>
              </a:ext>
            </a:extLst>
          </p:cNvPr>
          <p:cNvCxnSpPr>
            <a:cxnSpLocks/>
          </p:cNvCxnSpPr>
          <p:nvPr/>
        </p:nvCxnSpPr>
        <p:spPr>
          <a:xfrm>
            <a:off x="3555931" y="1406489"/>
            <a:ext cx="37407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7DF18E9E-C082-E4E8-56D0-CF3B02D483D1}"/>
              </a:ext>
            </a:extLst>
          </p:cNvPr>
          <p:cNvCxnSpPr>
            <a:cxnSpLocks/>
            <a:endCxn id="16" idx="0"/>
          </p:cNvCxnSpPr>
          <p:nvPr/>
        </p:nvCxnSpPr>
        <p:spPr>
          <a:xfrm>
            <a:off x="2720772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椭圆 15">
            <a:extLst>
              <a:ext uri="{FF2B5EF4-FFF2-40B4-BE49-F238E27FC236}">
                <a16:creationId xmlns:a16="http://schemas.microsoft.com/office/drawing/2014/main" id="{97FE0A34-6AB7-47AD-43EB-3D213DAF5A62}"/>
              </a:ext>
            </a:extLst>
          </p:cNvPr>
          <p:cNvSpPr/>
          <p:nvPr/>
        </p:nvSpPr>
        <p:spPr>
          <a:xfrm>
            <a:off x="2533735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0BA65A33-5ACD-BCB9-594D-FCD252CECBAA}"/>
              </a:ext>
            </a:extLst>
          </p:cNvPr>
          <p:cNvCxnSpPr>
            <a:cxnSpLocks/>
            <a:stCxn id="16" idx="4"/>
            <a:endCxn id="22" idx="6"/>
          </p:cNvCxnSpPr>
          <p:nvPr/>
        </p:nvCxnSpPr>
        <p:spPr>
          <a:xfrm flipH="1">
            <a:off x="2261508" y="3382177"/>
            <a:ext cx="459264" cy="77766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椭圆 21">
            <a:extLst>
              <a:ext uri="{FF2B5EF4-FFF2-40B4-BE49-F238E27FC236}">
                <a16:creationId xmlns:a16="http://schemas.microsoft.com/office/drawing/2014/main" id="{4B9F0A46-947C-01CD-5518-AF4FE8BC0A55}"/>
              </a:ext>
            </a:extLst>
          </p:cNvPr>
          <p:cNvSpPr/>
          <p:nvPr/>
        </p:nvSpPr>
        <p:spPr>
          <a:xfrm>
            <a:off x="1887435" y="3972807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FBE9832E-E261-4D03-AF89-89C90BF819D3}"/>
              </a:ext>
            </a:extLst>
          </p:cNvPr>
          <p:cNvSpPr/>
          <p:nvPr/>
        </p:nvSpPr>
        <p:spPr>
          <a:xfrm>
            <a:off x="3090683" y="2401735"/>
            <a:ext cx="531206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2D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EDAA9E1B-792C-F167-AF0E-C7EA0A2B7D7C}"/>
              </a:ext>
            </a:extLst>
          </p:cNvPr>
          <p:cNvCxnSpPr>
            <a:cxnSpLocks/>
            <a:stCxn id="46" idx="3"/>
            <a:endCxn id="62" idx="1"/>
          </p:cNvCxnSpPr>
          <p:nvPr/>
        </p:nvCxnSpPr>
        <p:spPr>
          <a:xfrm>
            <a:off x="3621889" y="2588772"/>
            <a:ext cx="93518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箭头连接符 47">
            <a:extLst>
              <a:ext uri="{FF2B5EF4-FFF2-40B4-BE49-F238E27FC236}">
                <a16:creationId xmlns:a16="http://schemas.microsoft.com/office/drawing/2014/main" id="{9FDB5EE9-48F0-669A-C3B4-B3DFA69F478B}"/>
              </a:ext>
            </a:extLst>
          </p:cNvPr>
          <p:cNvCxnSpPr>
            <a:cxnSpLocks/>
            <a:endCxn id="49" idx="0"/>
          </p:cNvCxnSpPr>
          <p:nvPr/>
        </p:nvCxnSpPr>
        <p:spPr>
          <a:xfrm>
            <a:off x="3995967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椭圆 48">
            <a:extLst>
              <a:ext uri="{FF2B5EF4-FFF2-40B4-BE49-F238E27FC236}">
                <a16:creationId xmlns:a16="http://schemas.microsoft.com/office/drawing/2014/main" id="{376C8E27-6216-6A34-F690-F4E81716917A}"/>
              </a:ext>
            </a:extLst>
          </p:cNvPr>
          <p:cNvSpPr/>
          <p:nvPr/>
        </p:nvSpPr>
        <p:spPr>
          <a:xfrm>
            <a:off x="3808930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B62516FC-CAF1-5A51-13C4-8D03101FAF1C}"/>
              </a:ext>
            </a:extLst>
          </p:cNvPr>
          <p:cNvCxnSpPr>
            <a:cxnSpLocks/>
            <a:stCxn id="49" idx="4"/>
            <a:endCxn id="51" idx="2"/>
          </p:cNvCxnSpPr>
          <p:nvPr/>
        </p:nvCxnSpPr>
        <p:spPr>
          <a:xfrm>
            <a:off x="3995967" y="3382177"/>
            <a:ext cx="348176" cy="77766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椭圆 50">
            <a:extLst>
              <a:ext uri="{FF2B5EF4-FFF2-40B4-BE49-F238E27FC236}">
                <a16:creationId xmlns:a16="http://schemas.microsoft.com/office/drawing/2014/main" id="{960AB297-B8A5-F07F-C821-7D3887EE33F1}"/>
              </a:ext>
            </a:extLst>
          </p:cNvPr>
          <p:cNvSpPr/>
          <p:nvPr/>
        </p:nvSpPr>
        <p:spPr>
          <a:xfrm>
            <a:off x="4344143" y="3972807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04C1C874-EE2E-1334-A2D9-D4ED5B130C18}"/>
              </a:ext>
            </a:extLst>
          </p:cNvPr>
          <p:cNvSpPr/>
          <p:nvPr/>
        </p:nvSpPr>
        <p:spPr>
          <a:xfrm>
            <a:off x="4557074" y="240173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F7CF6E35-742E-D1CB-BD1C-E5939FA8DFAD}"/>
              </a:ext>
            </a:extLst>
          </p:cNvPr>
          <p:cNvCxnSpPr>
            <a:cxnSpLocks/>
            <a:stCxn id="62" idx="3"/>
            <a:endCxn id="72" idx="1"/>
          </p:cNvCxnSpPr>
          <p:nvPr/>
        </p:nvCxnSpPr>
        <p:spPr>
          <a:xfrm>
            <a:off x="4931147" y="2588772"/>
            <a:ext cx="71408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接箭头连接符 63">
            <a:extLst>
              <a:ext uri="{FF2B5EF4-FFF2-40B4-BE49-F238E27FC236}">
                <a16:creationId xmlns:a16="http://schemas.microsoft.com/office/drawing/2014/main" id="{B7C82521-B375-C359-4E3D-F924D0F69F4F}"/>
              </a:ext>
            </a:extLst>
          </p:cNvPr>
          <p:cNvCxnSpPr>
            <a:cxnSpLocks/>
            <a:endCxn id="65" idx="0"/>
          </p:cNvCxnSpPr>
          <p:nvPr/>
        </p:nvCxnSpPr>
        <p:spPr>
          <a:xfrm>
            <a:off x="5271161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椭圆 64">
            <a:extLst>
              <a:ext uri="{FF2B5EF4-FFF2-40B4-BE49-F238E27FC236}">
                <a16:creationId xmlns:a16="http://schemas.microsoft.com/office/drawing/2014/main" id="{3D1263AA-C94D-0A45-8B3C-48A26A469E44}"/>
              </a:ext>
            </a:extLst>
          </p:cNvPr>
          <p:cNvSpPr/>
          <p:nvPr/>
        </p:nvSpPr>
        <p:spPr>
          <a:xfrm>
            <a:off x="5084124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6" name="直接箭头连接符 65">
            <a:extLst>
              <a:ext uri="{FF2B5EF4-FFF2-40B4-BE49-F238E27FC236}">
                <a16:creationId xmlns:a16="http://schemas.microsoft.com/office/drawing/2014/main" id="{7631B8E6-2196-2289-7864-7DB7CDE2F143}"/>
              </a:ext>
            </a:extLst>
          </p:cNvPr>
          <p:cNvCxnSpPr>
            <a:cxnSpLocks/>
            <a:stCxn id="65" idx="4"/>
            <a:endCxn id="51" idx="6"/>
          </p:cNvCxnSpPr>
          <p:nvPr/>
        </p:nvCxnSpPr>
        <p:spPr>
          <a:xfrm flipH="1">
            <a:off x="4718216" y="3382177"/>
            <a:ext cx="552945" cy="77766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矩形 71">
            <a:extLst>
              <a:ext uri="{FF2B5EF4-FFF2-40B4-BE49-F238E27FC236}">
                <a16:creationId xmlns:a16="http://schemas.microsoft.com/office/drawing/2014/main" id="{8C0C8C42-9523-863F-024F-63A5ABB7EEF7}"/>
              </a:ext>
            </a:extLst>
          </p:cNvPr>
          <p:cNvSpPr/>
          <p:nvPr/>
        </p:nvSpPr>
        <p:spPr>
          <a:xfrm>
            <a:off x="5645236" y="2401735"/>
            <a:ext cx="561095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2D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73" name="直接箭头连接符 72">
            <a:extLst>
              <a:ext uri="{FF2B5EF4-FFF2-40B4-BE49-F238E27FC236}">
                <a16:creationId xmlns:a16="http://schemas.microsoft.com/office/drawing/2014/main" id="{4235A46B-2B4C-3A5B-A8A1-F2F5BD3F991C}"/>
              </a:ext>
            </a:extLst>
          </p:cNvPr>
          <p:cNvCxnSpPr>
            <a:cxnSpLocks/>
            <a:stCxn id="72" idx="3"/>
            <a:endCxn id="81" idx="1"/>
          </p:cNvCxnSpPr>
          <p:nvPr/>
        </p:nvCxnSpPr>
        <p:spPr>
          <a:xfrm>
            <a:off x="6206331" y="2588772"/>
            <a:ext cx="90112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接箭头连接符 73">
            <a:extLst>
              <a:ext uri="{FF2B5EF4-FFF2-40B4-BE49-F238E27FC236}">
                <a16:creationId xmlns:a16="http://schemas.microsoft.com/office/drawing/2014/main" id="{2F689FA7-3DE6-DEAC-CDE0-CE2EC34164FB}"/>
              </a:ext>
            </a:extLst>
          </p:cNvPr>
          <p:cNvCxnSpPr>
            <a:cxnSpLocks/>
            <a:endCxn id="75" idx="0"/>
          </p:cNvCxnSpPr>
          <p:nvPr/>
        </p:nvCxnSpPr>
        <p:spPr>
          <a:xfrm>
            <a:off x="6546354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椭圆 74">
            <a:extLst>
              <a:ext uri="{FF2B5EF4-FFF2-40B4-BE49-F238E27FC236}">
                <a16:creationId xmlns:a16="http://schemas.microsoft.com/office/drawing/2014/main" id="{42CF6F5E-23B7-5264-C858-6199262D43CA}"/>
              </a:ext>
            </a:extLst>
          </p:cNvPr>
          <p:cNvSpPr/>
          <p:nvPr/>
        </p:nvSpPr>
        <p:spPr>
          <a:xfrm>
            <a:off x="6359317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78" name="直接箭头连接符 77">
            <a:extLst>
              <a:ext uri="{FF2B5EF4-FFF2-40B4-BE49-F238E27FC236}">
                <a16:creationId xmlns:a16="http://schemas.microsoft.com/office/drawing/2014/main" id="{FEABA62A-E1A2-FB5E-3FAF-10D2888BED3A}"/>
              </a:ext>
            </a:extLst>
          </p:cNvPr>
          <p:cNvCxnSpPr>
            <a:cxnSpLocks/>
            <a:stCxn id="75" idx="4"/>
            <a:endCxn id="86" idx="2"/>
          </p:cNvCxnSpPr>
          <p:nvPr/>
        </p:nvCxnSpPr>
        <p:spPr>
          <a:xfrm>
            <a:off x="6546354" y="3382177"/>
            <a:ext cx="527044" cy="77766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矩形 80">
            <a:extLst>
              <a:ext uri="{FF2B5EF4-FFF2-40B4-BE49-F238E27FC236}">
                <a16:creationId xmlns:a16="http://schemas.microsoft.com/office/drawing/2014/main" id="{FF0A2330-2CE7-B8A5-20F3-0797B19E8386}"/>
              </a:ext>
            </a:extLst>
          </p:cNvPr>
          <p:cNvSpPr/>
          <p:nvPr/>
        </p:nvSpPr>
        <p:spPr>
          <a:xfrm>
            <a:off x="7107459" y="240173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82" name="直接箭头连接符 81">
            <a:extLst>
              <a:ext uri="{FF2B5EF4-FFF2-40B4-BE49-F238E27FC236}">
                <a16:creationId xmlns:a16="http://schemas.microsoft.com/office/drawing/2014/main" id="{04FD3F1E-4873-2E13-9857-4F6ABE6B7D08}"/>
              </a:ext>
            </a:extLst>
          </p:cNvPr>
          <p:cNvCxnSpPr>
            <a:cxnSpLocks/>
            <a:stCxn id="81" idx="3"/>
            <a:endCxn id="90" idx="1"/>
          </p:cNvCxnSpPr>
          <p:nvPr/>
        </p:nvCxnSpPr>
        <p:spPr>
          <a:xfrm>
            <a:off x="7481532" y="2588772"/>
            <a:ext cx="71408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接箭头连接符 82">
            <a:extLst>
              <a:ext uri="{FF2B5EF4-FFF2-40B4-BE49-F238E27FC236}">
                <a16:creationId xmlns:a16="http://schemas.microsoft.com/office/drawing/2014/main" id="{B7A53C88-9ADD-D0E1-543F-4FB1A7898797}"/>
              </a:ext>
            </a:extLst>
          </p:cNvPr>
          <p:cNvCxnSpPr>
            <a:cxnSpLocks/>
            <a:endCxn id="84" idx="0"/>
          </p:cNvCxnSpPr>
          <p:nvPr/>
        </p:nvCxnSpPr>
        <p:spPr>
          <a:xfrm>
            <a:off x="7821546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椭圆 83">
            <a:extLst>
              <a:ext uri="{FF2B5EF4-FFF2-40B4-BE49-F238E27FC236}">
                <a16:creationId xmlns:a16="http://schemas.microsoft.com/office/drawing/2014/main" id="{3547A80C-1EE4-51D4-982A-C27CE995B177}"/>
              </a:ext>
            </a:extLst>
          </p:cNvPr>
          <p:cNvSpPr/>
          <p:nvPr/>
        </p:nvSpPr>
        <p:spPr>
          <a:xfrm>
            <a:off x="7634509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5" name="直接箭头连接符 84">
            <a:extLst>
              <a:ext uri="{FF2B5EF4-FFF2-40B4-BE49-F238E27FC236}">
                <a16:creationId xmlns:a16="http://schemas.microsoft.com/office/drawing/2014/main" id="{76BD8AB4-A2A3-8F73-DE57-768A5CE9D65F}"/>
              </a:ext>
            </a:extLst>
          </p:cNvPr>
          <p:cNvCxnSpPr>
            <a:cxnSpLocks/>
            <a:stCxn id="84" idx="4"/>
            <a:endCxn id="86" idx="6"/>
          </p:cNvCxnSpPr>
          <p:nvPr/>
        </p:nvCxnSpPr>
        <p:spPr>
          <a:xfrm flipH="1">
            <a:off x="7447471" y="3382177"/>
            <a:ext cx="374075" cy="77766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椭圆 85">
            <a:extLst>
              <a:ext uri="{FF2B5EF4-FFF2-40B4-BE49-F238E27FC236}">
                <a16:creationId xmlns:a16="http://schemas.microsoft.com/office/drawing/2014/main" id="{692E6183-E157-993B-9845-E02894D8BEC5}"/>
              </a:ext>
            </a:extLst>
          </p:cNvPr>
          <p:cNvSpPr/>
          <p:nvPr/>
        </p:nvSpPr>
        <p:spPr>
          <a:xfrm>
            <a:off x="7073398" y="3972807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8860F360-F4E7-7A16-0C18-C39135A67105}"/>
              </a:ext>
            </a:extLst>
          </p:cNvPr>
          <p:cNvSpPr/>
          <p:nvPr/>
        </p:nvSpPr>
        <p:spPr>
          <a:xfrm>
            <a:off x="8195621" y="2401735"/>
            <a:ext cx="561102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2D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91" name="直接箭头连接符 90">
            <a:extLst>
              <a:ext uri="{FF2B5EF4-FFF2-40B4-BE49-F238E27FC236}">
                <a16:creationId xmlns:a16="http://schemas.microsoft.com/office/drawing/2014/main" id="{15C3F409-9650-0C34-6044-AF0DBA346199}"/>
              </a:ext>
            </a:extLst>
          </p:cNvPr>
          <p:cNvCxnSpPr>
            <a:cxnSpLocks/>
            <a:stCxn id="90" idx="3"/>
            <a:endCxn id="99" idx="1"/>
          </p:cNvCxnSpPr>
          <p:nvPr/>
        </p:nvCxnSpPr>
        <p:spPr>
          <a:xfrm>
            <a:off x="8756723" y="2588772"/>
            <a:ext cx="90111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直接箭头连接符 91">
            <a:extLst>
              <a:ext uri="{FF2B5EF4-FFF2-40B4-BE49-F238E27FC236}">
                <a16:creationId xmlns:a16="http://schemas.microsoft.com/office/drawing/2014/main" id="{EB9E5F40-1787-6246-FCDA-9DA276F2709C}"/>
              </a:ext>
            </a:extLst>
          </p:cNvPr>
          <p:cNvCxnSpPr>
            <a:cxnSpLocks/>
            <a:endCxn id="93" idx="0"/>
          </p:cNvCxnSpPr>
          <p:nvPr/>
        </p:nvCxnSpPr>
        <p:spPr>
          <a:xfrm>
            <a:off x="9096736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椭圆 92">
            <a:extLst>
              <a:ext uri="{FF2B5EF4-FFF2-40B4-BE49-F238E27FC236}">
                <a16:creationId xmlns:a16="http://schemas.microsoft.com/office/drawing/2014/main" id="{68DB75B4-E76B-9611-6FB9-E9C6E53B4984}"/>
              </a:ext>
            </a:extLst>
          </p:cNvPr>
          <p:cNvSpPr/>
          <p:nvPr/>
        </p:nvSpPr>
        <p:spPr>
          <a:xfrm>
            <a:off x="8909699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4" name="直接箭头连接符 93">
            <a:extLst>
              <a:ext uri="{FF2B5EF4-FFF2-40B4-BE49-F238E27FC236}">
                <a16:creationId xmlns:a16="http://schemas.microsoft.com/office/drawing/2014/main" id="{41D73FFA-5D38-87B5-D297-B08AF13257A0}"/>
              </a:ext>
            </a:extLst>
          </p:cNvPr>
          <p:cNvCxnSpPr>
            <a:cxnSpLocks/>
            <a:stCxn id="93" idx="4"/>
            <a:endCxn id="104" idx="2"/>
          </p:cNvCxnSpPr>
          <p:nvPr/>
        </p:nvCxnSpPr>
        <p:spPr>
          <a:xfrm>
            <a:off x="9096736" y="3382177"/>
            <a:ext cx="409998" cy="77766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矩形 98">
            <a:extLst>
              <a:ext uri="{FF2B5EF4-FFF2-40B4-BE49-F238E27FC236}">
                <a16:creationId xmlns:a16="http://schemas.microsoft.com/office/drawing/2014/main" id="{3EA15C5E-C18F-E92B-054B-8366E12F210A}"/>
              </a:ext>
            </a:extLst>
          </p:cNvPr>
          <p:cNvSpPr/>
          <p:nvPr/>
        </p:nvSpPr>
        <p:spPr>
          <a:xfrm>
            <a:off x="9657838" y="240173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01" name="直接箭头连接符 100">
            <a:extLst>
              <a:ext uri="{FF2B5EF4-FFF2-40B4-BE49-F238E27FC236}">
                <a16:creationId xmlns:a16="http://schemas.microsoft.com/office/drawing/2014/main" id="{D21D0F21-C11A-5A62-5310-4E481924D825}"/>
              </a:ext>
            </a:extLst>
          </p:cNvPr>
          <p:cNvCxnSpPr>
            <a:cxnSpLocks/>
            <a:endCxn id="102" idx="0"/>
          </p:cNvCxnSpPr>
          <p:nvPr/>
        </p:nvCxnSpPr>
        <p:spPr>
          <a:xfrm>
            <a:off x="10371925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椭圆 101">
            <a:extLst>
              <a:ext uri="{FF2B5EF4-FFF2-40B4-BE49-F238E27FC236}">
                <a16:creationId xmlns:a16="http://schemas.microsoft.com/office/drawing/2014/main" id="{3A914A48-8A09-384D-FF1A-B42671959900}"/>
              </a:ext>
            </a:extLst>
          </p:cNvPr>
          <p:cNvSpPr/>
          <p:nvPr/>
        </p:nvSpPr>
        <p:spPr>
          <a:xfrm>
            <a:off x="10184888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03" name="直接箭头连接符 102">
            <a:extLst>
              <a:ext uri="{FF2B5EF4-FFF2-40B4-BE49-F238E27FC236}">
                <a16:creationId xmlns:a16="http://schemas.microsoft.com/office/drawing/2014/main" id="{D1BF4C27-06A4-16FF-93E5-9D78346A56CB}"/>
              </a:ext>
            </a:extLst>
          </p:cNvPr>
          <p:cNvCxnSpPr>
            <a:cxnSpLocks/>
            <a:stCxn id="102" idx="4"/>
            <a:endCxn id="104" idx="6"/>
          </p:cNvCxnSpPr>
          <p:nvPr/>
        </p:nvCxnSpPr>
        <p:spPr>
          <a:xfrm flipH="1">
            <a:off x="9880807" y="3382177"/>
            <a:ext cx="491118" cy="77766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椭圆 103">
            <a:extLst>
              <a:ext uri="{FF2B5EF4-FFF2-40B4-BE49-F238E27FC236}">
                <a16:creationId xmlns:a16="http://schemas.microsoft.com/office/drawing/2014/main" id="{22C8C620-9808-673B-A76A-D6F323B60C67}"/>
              </a:ext>
            </a:extLst>
          </p:cNvPr>
          <p:cNvSpPr/>
          <p:nvPr/>
        </p:nvSpPr>
        <p:spPr>
          <a:xfrm>
            <a:off x="9506734" y="3972807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09" name="直接箭头连接符 108">
            <a:extLst>
              <a:ext uri="{FF2B5EF4-FFF2-40B4-BE49-F238E27FC236}">
                <a16:creationId xmlns:a16="http://schemas.microsoft.com/office/drawing/2014/main" id="{384D0263-3A7E-1178-BA61-D085CDF98DEE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1105562" y="2588772"/>
            <a:ext cx="90112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直接箭头连接符 109">
            <a:extLst>
              <a:ext uri="{FF2B5EF4-FFF2-40B4-BE49-F238E27FC236}">
                <a16:creationId xmlns:a16="http://schemas.microsoft.com/office/drawing/2014/main" id="{1FB1EF2F-8BC5-A5CB-2181-F97735B4CC59}"/>
              </a:ext>
            </a:extLst>
          </p:cNvPr>
          <p:cNvCxnSpPr>
            <a:cxnSpLocks/>
            <a:endCxn id="111" idx="0"/>
          </p:cNvCxnSpPr>
          <p:nvPr/>
        </p:nvCxnSpPr>
        <p:spPr>
          <a:xfrm>
            <a:off x="1445576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椭圆 110">
            <a:extLst>
              <a:ext uri="{FF2B5EF4-FFF2-40B4-BE49-F238E27FC236}">
                <a16:creationId xmlns:a16="http://schemas.microsoft.com/office/drawing/2014/main" id="{26254A43-C758-9C0A-1738-C703CD7A66A7}"/>
              </a:ext>
            </a:extLst>
          </p:cNvPr>
          <p:cNvSpPr/>
          <p:nvPr/>
        </p:nvSpPr>
        <p:spPr>
          <a:xfrm>
            <a:off x="1258539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14" name="直接箭头连接符 113">
            <a:extLst>
              <a:ext uri="{FF2B5EF4-FFF2-40B4-BE49-F238E27FC236}">
                <a16:creationId xmlns:a16="http://schemas.microsoft.com/office/drawing/2014/main" id="{2AE80B25-C97C-B859-DF88-64ACDDE9049A}"/>
              </a:ext>
            </a:extLst>
          </p:cNvPr>
          <p:cNvCxnSpPr>
            <a:cxnSpLocks/>
            <a:stCxn id="111" idx="4"/>
            <a:endCxn id="22" idx="2"/>
          </p:cNvCxnSpPr>
          <p:nvPr/>
        </p:nvCxnSpPr>
        <p:spPr>
          <a:xfrm>
            <a:off x="1445576" y="3382177"/>
            <a:ext cx="441859" cy="77766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7" name="文本框 116">
                <a:extLst>
                  <a:ext uri="{FF2B5EF4-FFF2-40B4-BE49-F238E27FC236}">
                    <a16:creationId xmlns:a16="http://schemas.microsoft.com/office/drawing/2014/main" id="{B7FBE157-352E-E001-C362-2EB64AED4E96}"/>
                  </a:ext>
                </a:extLst>
              </p:cNvPr>
              <p:cNvSpPr txBox="1"/>
              <p:nvPr/>
            </p:nvSpPr>
            <p:spPr>
              <a:xfrm>
                <a:off x="416099" y="2375698"/>
                <a:ext cx="74892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altLang="zh-CN" sz="2000" dirty="0"/>
              </a:p>
            </p:txBody>
          </p:sp>
        </mc:Choice>
        <mc:Fallback xmlns="">
          <p:sp>
            <p:nvSpPr>
              <p:cNvPr id="117" name="文本框 116">
                <a:extLst>
                  <a:ext uri="{FF2B5EF4-FFF2-40B4-BE49-F238E27FC236}">
                    <a16:creationId xmlns:a16="http://schemas.microsoft.com/office/drawing/2014/main" id="{B7FBE157-352E-E001-C362-2EB64AED4E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099" y="2375698"/>
                <a:ext cx="748923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0" name="直接连接符 119">
            <a:extLst>
              <a:ext uri="{FF2B5EF4-FFF2-40B4-BE49-F238E27FC236}">
                <a16:creationId xmlns:a16="http://schemas.microsoft.com/office/drawing/2014/main" id="{97AFDA6B-78D0-5BEC-3735-4430F8D68E41}"/>
              </a:ext>
            </a:extLst>
          </p:cNvPr>
          <p:cNvCxnSpPr>
            <a:cxnSpLocks/>
            <a:stCxn id="99" idx="3"/>
          </p:cNvCxnSpPr>
          <p:nvPr/>
        </p:nvCxnSpPr>
        <p:spPr>
          <a:xfrm flipV="1">
            <a:off x="10031911" y="2588771"/>
            <a:ext cx="340012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直接箭头连接符 123">
            <a:extLst>
              <a:ext uri="{FF2B5EF4-FFF2-40B4-BE49-F238E27FC236}">
                <a16:creationId xmlns:a16="http://schemas.microsoft.com/office/drawing/2014/main" id="{3E798825-F080-DC52-49B1-EC9A64316365}"/>
              </a:ext>
            </a:extLst>
          </p:cNvPr>
          <p:cNvCxnSpPr>
            <a:cxnSpLocks/>
            <a:endCxn id="111" idx="2"/>
          </p:cNvCxnSpPr>
          <p:nvPr/>
        </p:nvCxnSpPr>
        <p:spPr>
          <a:xfrm>
            <a:off x="905933" y="3195141"/>
            <a:ext cx="352606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7" name="文本框 126">
                <a:extLst>
                  <a:ext uri="{FF2B5EF4-FFF2-40B4-BE49-F238E27FC236}">
                    <a16:creationId xmlns:a16="http://schemas.microsoft.com/office/drawing/2014/main" id="{52C6D260-7960-364C-73C3-C2110C5DED6A}"/>
                  </a:ext>
                </a:extLst>
              </p:cNvPr>
              <p:cNvSpPr txBox="1"/>
              <p:nvPr/>
            </p:nvSpPr>
            <p:spPr>
              <a:xfrm>
                <a:off x="246578" y="2848562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0.96875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27" name="文本框 126">
                <a:extLst>
                  <a:ext uri="{FF2B5EF4-FFF2-40B4-BE49-F238E27FC236}">
                    <a16:creationId xmlns:a16="http://schemas.microsoft.com/office/drawing/2014/main" id="{52C6D260-7960-364C-73C3-C2110C5DED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578" y="2848562"/>
                <a:ext cx="965200" cy="338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8" name="直接箭头连接符 127">
            <a:extLst>
              <a:ext uri="{FF2B5EF4-FFF2-40B4-BE49-F238E27FC236}">
                <a16:creationId xmlns:a16="http://schemas.microsoft.com/office/drawing/2014/main" id="{6313C750-AB99-C9BD-FD1E-4875C25C1D9C}"/>
              </a:ext>
            </a:extLst>
          </p:cNvPr>
          <p:cNvCxnSpPr>
            <a:cxnSpLocks/>
            <a:endCxn id="16" idx="2"/>
          </p:cNvCxnSpPr>
          <p:nvPr/>
        </p:nvCxnSpPr>
        <p:spPr>
          <a:xfrm>
            <a:off x="2261508" y="3195141"/>
            <a:ext cx="272227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文本框 130">
                <a:extLst>
                  <a:ext uri="{FF2B5EF4-FFF2-40B4-BE49-F238E27FC236}">
                    <a16:creationId xmlns:a16="http://schemas.microsoft.com/office/drawing/2014/main" id="{A72B1173-2AB9-F4E1-EE17-6A3D6AE99FD8}"/>
                  </a:ext>
                </a:extLst>
              </p:cNvPr>
              <p:cNvSpPr txBox="1"/>
              <p:nvPr/>
            </p:nvSpPr>
            <p:spPr>
              <a:xfrm>
                <a:off x="1639685" y="2861057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0.875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31" name="文本框 130">
                <a:extLst>
                  <a:ext uri="{FF2B5EF4-FFF2-40B4-BE49-F238E27FC236}">
                    <a16:creationId xmlns:a16="http://schemas.microsoft.com/office/drawing/2014/main" id="{A72B1173-2AB9-F4E1-EE17-6A3D6AE99F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9685" y="2861057"/>
                <a:ext cx="965200" cy="3385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2" name="直接箭头连接符 131">
            <a:extLst>
              <a:ext uri="{FF2B5EF4-FFF2-40B4-BE49-F238E27FC236}">
                <a16:creationId xmlns:a16="http://schemas.microsoft.com/office/drawing/2014/main" id="{7B45059A-DDAB-F47B-43DF-BE659C6F2F95}"/>
              </a:ext>
            </a:extLst>
          </p:cNvPr>
          <p:cNvCxnSpPr>
            <a:cxnSpLocks/>
            <a:endCxn id="49" idx="2"/>
          </p:cNvCxnSpPr>
          <p:nvPr/>
        </p:nvCxnSpPr>
        <p:spPr>
          <a:xfrm>
            <a:off x="3434851" y="3195139"/>
            <a:ext cx="374079" cy="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5" name="文本框 134">
                <a:extLst>
                  <a:ext uri="{FF2B5EF4-FFF2-40B4-BE49-F238E27FC236}">
                    <a16:creationId xmlns:a16="http://schemas.microsoft.com/office/drawing/2014/main" id="{C53A5DCF-26F4-CA9C-3D46-5B4CAD3B22FF}"/>
                  </a:ext>
                </a:extLst>
              </p:cNvPr>
              <p:cNvSpPr txBox="1"/>
              <p:nvPr/>
            </p:nvSpPr>
            <p:spPr>
              <a:xfrm>
                <a:off x="2872233" y="2845234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0.65625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35" name="文本框 134">
                <a:extLst>
                  <a:ext uri="{FF2B5EF4-FFF2-40B4-BE49-F238E27FC236}">
                    <a16:creationId xmlns:a16="http://schemas.microsoft.com/office/drawing/2014/main" id="{C53A5DCF-26F4-CA9C-3D46-5B4CAD3B22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2233" y="2845234"/>
                <a:ext cx="965200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6" name="直接箭头连接符 135">
            <a:extLst>
              <a:ext uri="{FF2B5EF4-FFF2-40B4-BE49-F238E27FC236}">
                <a16:creationId xmlns:a16="http://schemas.microsoft.com/office/drawing/2014/main" id="{170752BD-6C89-488B-08F0-A5FEC8EFB183}"/>
              </a:ext>
            </a:extLst>
          </p:cNvPr>
          <p:cNvCxnSpPr>
            <a:cxnSpLocks/>
          </p:cNvCxnSpPr>
          <p:nvPr/>
        </p:nvCxnSpPr>
        <p:spPr>
          <a:xfrm>
            <a:off x="4710050" y="3195139"/>
            <a:ext cx="37407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7" name="文本框 136">
                <a:extLst>
                  <a:ext uri="{FF2B5EF4-FFF2-40B4-BE49-F238E27FC236}">
                    <a16:creationId xmlns:a16="http://schemas.microsoft.com/office/drawing/2014/main" id="{666E36E8-CAC8-4A49-B75F-04A27E5C4E55}"/>
                  </a:ext>
                </a:extLst>
              </p:cNvPr>
              <p:cNvSpPr txBox="1"/>
              <p:nvPr/>
            </p:nvSpPr>
            <p:spPr>
              <a:xfrm>
                <a:off x="4133644" y="2854214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0.5625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37" name="文本框 136">
                <a:extLst>
                  <a:ext uri="{FF2B5EF4-FFF2-40B4-BE49-F238E27FC236}">
                    <a16:creationId xmlns:a16="http://schemas.microsoft.com/office/drawing/2014/main" id="{666E36E8-CAC8-4A49-B75F-04A27E5C4E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3644" y="2854214"/>
                <a:ext cx="965200" cy="3385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8" name="直接箭头连接符 137">
            <a:extLst>
              <a:ext uri="{FF2B5EF4-FFF2-40B4-BE49-F238E27FC236}">
                <a16:creationId xmlns:a16="http://schemas.microsoft.com/office/drawing/2014/main" id="{30711A9E-7D93-47B9-CCCE-A1F71BC3415E}"/>
              </a:ext>
            </a:extLst>
          </p:cNvPr>
          <p:cNvCxnSpPr>
            <a:cxnSpLocks/>
            <a:endCxn id="75" idx="2"/>
          </p:cNvCxnSpPr>
          <p:nvPr/>
        </p:nvCxnSpPr>
        <p:spPr>
          <a:xfrm flipV="1">
            <a:off x="5985243" y="3195141"/>
            <a:ext cx="374074" cy="64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文本框 139">
                <a:extLst>
                  <a:ext uri="{FF2B5EF4-FFF2-40B4-BE49-F238E27FC236}">
                    <a16:creationId xmlns:a16="http://schemas.microsoft.com/office/drawing/2014/main" id="{18A1431A-BE49-B5A2-307E-80FD6EA0B30F}"/>
                  </a:ext>
                </a:extLst>
              </p:cNvPr>
              <p:cNvSpPr txBox="1"/>
              <p:nvPr/>
            </p:nvSpPr>
            <p:spPr>
              <a:xfrm>
                <a:off x="5551713" y="2854214"/>
                <a:ext cx="90111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0.375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40" name="文本框 139">
                <a:extLst>
                  <a:ext uri="{FF2B5EF4-FFF2-40B4-BE49-F238E27FC236}">
                    <a16:creationId xmlns:a16="http://schemas.microsoft.com/office/drawing/2014/main" id="{18A1431A-BE49-B5A2-307E-80FD6EA0B3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1713" y="2854214"/>
                <a:ext cx="901118" cy="33855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2" name="直接箭头连接符 141">
            <a:extLst>
              <a:ext uri="{FF2B5EF4-FFF2-40B4-BE49-F238E27FC236}">
                <a16:creationId xmlns:a16="http://schemas.microsoft.com/office/drawing/2014/main" id="{F56E3618-00AF-A567-B3DD-6D3394BE6B1F}"/>
              </a:ext>
            </a:extLst>
          </p:cNvPr>
          <p:cNvCxnSpPr>
            <a:cxnSpLocks/>
          </p:cNvCxnSpPr>
          <p:nvPr/>
        </p:nvCxnSpPr>
        <p:spPr>
          <a:xfrm>
            <a:off x="7260435" y="3199177"/>
            <a:ext cx="37407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3" name="文本框 142">
                <a:extLst>
                  <a:ext uri="{FF2B5EF4-FFF2-40B4-BE49-F238E27FC236}">
                    <a16:creationId xmlns:a16="http://schemas.microsoft.com/office/drawing/2014/main" id="{78713C44-5443-B887-F175-196352772AB1}"/>
                  </a:ext>
                </a:extLst>
              </p:cNvPr>
              <p:cNvSpPr txBox="1"/>
              <p:nvPr/>
            </p:nvSpPr>
            <p:spPr>
              <a:xfrm>
                <a:off x="6699324" y="2845234"/>
                <a:ext cx="10130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−0.3125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43" name="文本框 142">
                <a:extLst>
                  <a:ext uri="{FF2B5EF4-FFF2-40B4-BE49-F238E27FC236}">
                    <a16:creationId xmlns:a16="http://schemas.microsoft.com/office/drawing/2014/main" id="{78713C44-5443-B887-F175-196352772A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9324" y="2845234"/>
                <a:ext cx="1013047" cy="33855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4" name="直接箭头连接符 143">
            <a:extLst>
              <a:ext uri="{FF2B5EF4-FFF2-40B4-BE49-F238E27FC236}">
                <a16:creationId xmlns:a16="http://schemas.microsoft.com/office/drawing/2014/main" id="{7D1E0753-B91F-46F3-CDA6-FD0C55C506AC}"/>
              </a:ext>
            </a:extLst>
          </p:cNvPr>
          <p:cNvCxnSpPr>
            <a:cxnSpLocks/>
            <a:endCxn id="93" idx="2"/>
          </p:cNvCxnSpPr>
          <p:nvPr/>
        </p:nvCxnSpPr>
        <p:spPr>
          <a:xfrm>
            <a:off x="8569685" y="3195141"/>
            <a:ext cx="340014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文本框 146">
                <a:extLst>
                  <a:ext uri="{FF2B5EF4-FFF2-40B4-BE49-F238E27FC236}">
                    <a16:creationId xmlns:a16="http://schemas.microsoft.com/office/drawing/2014/main" id="{020D3984-774F-8F82-6108-D61EC1DA7077}"/>
                  </a:ext>
                </a:extLst>
              </p:cNvPr>
              <p:cNvSpPr txBox="1"/>
              <p:nvPr/>
            </p:nvSpPr>
            <p:spPr>
              <a:xfrm>
                <a:off x="8029100" y="2854214"/>
                <a:ext cx="10130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0.1875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47" name="文本框 146">
                <a:extLst>
                  <a:ext uri="{FF2B5EF4-FFF2-40B4-BE49-F238E27FC236}">
                    <a16:creationId xmlns:a16="http://schemas.microsoft.com/office/drawing/2014/main" id="{020D3984-774F-8F82-6108-D61EC1DA70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9100" y="2854214"/>
                <a:ext cx="1013047" cy="33855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8" name="直接箭头连接符 147">
            <a:extLst>
              <a:ext uri="{FF2B5EF4-FFF2-40B4-BE49-F238E27FC236}">
                <a16:creationId xmlns:a16="http://schemas.microsoft.com/office/drawing/2014/main" id="{4369D56C-0055-0F47-CBF6-F56DA162CEFC}"/>
              </a:ext>
            </a:extLst>
          </p:cNvPr>
          <p:cNvCxnSpPr>
            <a:cxnSpLocks/>
            <a:endCxn id="102" idx="2"/>
          </p:cNvCxnSpPr>
          <p:nvPr/>
        </p:nvCxnSpPr>
        <p:spPr>
          <a:xfrm flipV="1">
            <a:off x="9810816" y="3195141"/>
            <a:ext cx="374072" cy="403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文本框 150">
                <a:extLst>
                  <a:ext uri="{FF2B5EF4-FFF2-40B4-BE49-F238E27FC236}">
                    <a16:creationId xmlns:a16="http://schemas.microsoft.com/office/drawing/2014/main" id="{36FFD8E1-4564-35F7-278F-C5A34C749BDF}"/>
                  </a:ext>
                </a:extLst>
              </p:cNvPr>
              <p:cNvSpPr txBox="1"/>
              <p:nvPr/>
            </p:nvSpPr>
            <p:spPr>
              <a:xfrm>
                <a:off x="9340474" y="2860623"/>
                <a:ext cx="10130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−0.125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51" name="文本框 150">
                <a:extLst>
                  <a:ext uri="{FF2B5EF4-FFF2-40B4-BE49-F238E27FC236}">
                    <a16:creationId xmlns:a16="http://schemas.microsoft.com/office/drawing/2014/main" id="{36FFD8E1-4564-35F7-278F-C5A34C749B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40474" y="2860623"/>
                <a:ext cx="1013047" cy="33855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椭圆 37">
            <a:extLst>
              <a:ext uri="{FF2B5EF4-FFF2-40B4-BE49-F238E27FC236}">
                <a16:creationId xmlns:a16="http://schemas.microsoft.com/office/drawing/2014/main" id="{FFA51BF0-6A1C-F017-66ED-EEC9F11B71CB}"/>
              </a:ext>
            </a:extLst>
          </p:cNvPr>
          <p:cNvSpPr/>
          <p:nvPr/>
        </p:nvSpPr>
        <p:spPr>
          <a:xfrm>
            <a:off x="3090683" y="4976107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3EA1E622-3B74-F7FB-E359-5BE81CA4B678}"/>
              </a:ext>
            </a:extLst>
          </p:cNvPr>
          <p:cNvCxnSpPr>
            <a:cxnSpLocks/>
            <a:stCxn id="38" idx="4"/>
            <a:endCxn id="59" idx="2"/>
          </p:cNvCxnSpPr>
          <p:nvPr/>
        </p:nvCxnSpPr>
        <p:spPr>
          <a:xfrm>
            <a:off x="3277720" y="5350180"/>
            <a:ext cx="2386566" cy="72101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58059519-AEAD-1139-60A1-CDB5D499FD7C}"/>
              </a:ext>
            </a:extLst>
          </p:cNvPr>
          <p:cNvCxnSpPr>
            <a:cxnSpLocks/>
            <a:stCxn id="51" idx="4"/>
            <a:endCxn id="38" idx="6"/>
          </p:cNvCxnSpPr>
          <p:nvPr/>
        </p:nvCxnSpPr>
        <p:spPr>
          <a:xfrm flipH="1">
            <a:off x="3464756" y="4346880"/>
            <a:ext cx="1066424" cy="81626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椭圆 44">
            <a:extLst>
              <a:ext uri="{FF2B5EF4-FFF2-40B4-BE49-F238E27FC236}">
                <a16:creationId xmlns:a16="http://schemas.microsoft.com/office/drawing/2014/main" id="{CBCC8655-69C5-A275-8F15-2E82C6A47557}"/>
              </a:ext>
            </a:extLst>
          </p:cNvPr>
          <p:cNvSpPr/>
          <p:nvPr/>
        </p:nvSpPr>
        <p:spPr>
          <a:xfrm>
            <a:off x="8365619" y="4976107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7EBE78AD-D3C4-2DA6-5DC3-3E9B6865FD2E}"/>
              </a:ext>
            </a:extLst>
          </p:cNvPr>
          <p:cNvCxnSpPr>
            <a:cxnSpLocks/>
            <a:stCxn id="86" idx="4"/>
            <a:endCxn id="45" idx="2"/>
          </p:cNvCxnSpPr>
          <p:nvPr/>
        </p:nvCxnSpPr>
        <p:spPr>
          <a:xfrm>
            <a:off x="7260435" y="4346880"/>
            <a:ext cx="1105184" cy="81626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C4D7FA12-4EA2-47C1-C2D5-F2311C07DD9F}"/>
              </a:ext>
            </a:extLst>
          </p:cNvPr>
          <p:cNvCxnSpPr>
            <a:cxnSpLocks/>
            <a:stCxn id="104" idx="4"/>
            <a:endCxn id="45" idx="6"/>
          </p:cNvCxnSpPr>
          <p:nvPr/>
        </p:nvCxnSpPr>
        <p:spPr>
          <a:xfrm flipH="1">
            <a:off x="8739692" y="4346880"/>
            <a:ext cx="954079" cy="81626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椭圆 58">
            <a:extLst>
              <a:ext uri="{FF2B5EF4-FFF2-40B4-BE49-F238E27FC236}">
                <a16:creationId xmlns:a16="http://schemas.microsoft.com/office/drawing/2014/main" id="{DDE4C5D9-B44F-FA25-EA9C-57A06CD392F1}"/>
              </a:ext>
            </a:extLst>
          </p:cNvPr>
          <p:cNvSpPr/>
          <p:nvPr/>
        </p:nvSpPr>
        <p:spPr>
          <a:xfrm>
            <a:off x="5664286" y="5884157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0CC6B5F5-8258-BE27-AAC5-F724D6D77FF1}"/>
              </a:ext>
            </a:extLst>
          </p:cNvPr>
          <p:cNvCxnSpPr>
            <a:cxnSpLocks/>
            <a:stCxn id="22" idx="4"/>
            <a:endCxn id="38" idx="2"/>
          </p:cNvCxnSpPr>
          <p:nvPr/>
        </p:nvCxnSpPr>
        <p:spPr>
          <a:xfrm>
            <a:off x="2074472" y="4346880"/>
            <a:ext cx="1016211" cy="81626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直接箭头连接符 78">
            <a:extLst>
              <a:ext uri="{FF2B5EF4-FFF2-40B4-BE49-F238E27FC236}">
                <a16:creationId xmlns:a16="http://schemas.microsoft.com/office/drawing/2014/main" id="{4CA8A79E-170C-AF00-5532-85951D85C305}"/>
              </a:ext>
            </a:extLst>
          </p:cNvPr>
          <p:cNvCxnSpPr>
            <a:cxnSpLocks/>
            <a:stCxn id="45" idx="4"/>
            <a:endCxn id="59" idx="6"/>
          </p:cNvCxnSpPr>
          <p:nvPr/>
        </p:nvCxnSpPr>
        <p:spPr>
          <a:xfrm flipH="1">
            <a:off x="6038359" y="5350180"/>
            <a:ext cx="2514297" cy="72101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接箭头连接符 88">
            <a:extLst>
              <a:ext uri="{FF2B5EF4-FFF2-40B4-BE49-F238E27FC236}">
                <a16:creationId xmlns:a16="http://schemas.microsoft.com/office/drawing/2014/main" id="{089728A5-FB89-0ECD-B147-92B7FE1B9D84}"/>
              </a:ext>
            </a:extLst>
          </p:cNvPr>
          <p:cNvCxnSpPr>
            <a:cxnSpLocks/>
            <a:stCxn id="59" idx="4"/>
          </p:cNvCxnSpPr>
          <p:nvPr/>
        </p:nvCxnSpPr>
        <p:spPr>
          <a:xfrm>
            <a:off x="5851323" y="6258230"/>
            <a:ext cx="0" cy="42602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文本框 99">
                <a:extLst>
                  <a:ext uri="{FF2B5EF4-FFF2-40B4-BE49-F238E27FC236}">
                    <a16:creationId xmlns:a16="http://schemas.microsoft.com/office/drawing/2014/main" id="{30E7F9C9-057A-06DC-8420-D5949BFE1F4C}"/>
                  </a:ext>
                </a:extLst>
              </p:cNvPr>
              <p:cNvSpPr txBox="1"/>
              <p:nvPr/>
            </p:nvSpPr>
            <p:spPr>
              <a:xfrm>
                <a:off x="5921694" y="6392097"/>
                <a:ext cx="73520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altLang="zh-CN" sz="2000" dirty="0"/>
              </a:p>
            </p:txBody>
          </p:sp>
        </mc:Choice>
        <mc:Fallback xmlns="">
          <p:sp>
            <p:nvSpPr>
              <p:cNvPr id="100" name="文本框 99">
                <a:extLst>
                  <a:ext uri="{FF2B5EF4-FFF2-40B4-BE49-F238E27FC236}">
                    <a16:creationId xmlns:a16="http://schemas.microsoft.com/office/drawing/2014/main" id="{30E7F9C9-057A-06DC-8420-D5949BFE1F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1694" y="6392097"/>
                <a:ext cx="735201" cy="400110"/>
              </a:xfrm>
              <a:prstGeom prst="rect">
                <a:avLst/>
              </a:prstGeom>
              <a:blipFill>
                <a:blip r:embed="rId12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0C83C53B-0B1D-86F4-4363-93F7A304B7F3}"/>
                  </a:ext>
                </a:extLst>
              </p:cNvPr>
              <p:cNvSpPr txBox="1"/>
              <p:nvPr/>
            </p:nvSpPr>
            <p:spPr>
              <a:xfrm>
                <a:off x="1164214" y="3614472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16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0C83C53B-0B1D-86F4-4363-93F7A304B7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4214" y="3614472"/>
                <a:ext cx="468398" cy="338554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3785097F-0975-02A8-B213-A98579899B64}"/>
                  </a:ext>
                </a:extLst>
              </p:cNvPr>
              <p:cNvSpPr txBox="1"/>
              <p:nvPr/>
            </p:nvSpPr>
            <p:spPr>
              <a:xfrm>
                <a:off x="2501521" y="3601733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16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3785097F-0975-02A8-B213-A98579899B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01521" y="3601733"/>
                <a:ext cx="468398" cy="338554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37AA3B9D-B9E5-1304-C37D-E228862DD12F}"/>
                  </a:ext>
                </a:extLst>
              </p:cNvPr>
              <p:cNvSpPr txBox="1"/>
              <p:nvPr/>
            </p:nvSpPr>
            <p:spPr>
              <a:xfrm>
                <a:off x="3554274" y="3601733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16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37AA3B9D-B9E5-1304-C37D-E228862DD1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4274" y="3601733"/>
                <a:ext cx="468398" cy="338554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A1421C0A-A1B2-C2D3-2745-0492BB9BDA9C}"/>
                  </a:ext>
                </a:extLst>
              </p:cNvPr>
              <p:cNvSpPr txBox="1"/>
              <p:nvPr/>
            </p:nvSpPr>
            <p:spPr>
              <a:xfrm>
                <a:off x="5036961" y="3601733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16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A1421C0A-A1B2-C2D3-2745-0492BB9BDA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6961" y="3601733"/>
                <a:ext cx="468398" cy="338554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372F8408-D022-0313-82CA-71F3FB1AB31F}"/>
                  </a:ext>
                </a:extLst>
              </p:cNvPr>
              <p:cNvSpPr txBox="1"/>
              <p:nvPr/>
            </p:nvSpPr>
            <p:spPr>
              <a:xfrm>
                <a:off x="6310789" y="3580566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16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372F8408-D022-0313-82CA-71F3FB1AB3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0789" y="3580566"/>
                <a:ext cx="468398" cy="338554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04CCB7B0-FBA1-755C-B944-15A20F5B232A}"/>
                  </a:ext>
                </a:extLst>
              </p:cNvPr>
              <p:cNvSpPr txBox="1"/>
              <p:nvPr/>
            </p:nvSpPr>
            <p:spPr>
              <a:xfrm>
                <a:off x="7793476" y="3580566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16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04CCB7B0-FBA1-755C-B944-15A20F5B23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3476" y="3580566"/>
                <a:ext cx="468398" cy="338554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138D2B2E-9AA3-D486-E221-BAB865951CE7}"/>
                  </a:ext>
                </a:extLst>
              </p:cNvPr>
              <p:cNvSpPr txBox="1"/>
              <p:nvPr/>
            </p:nvSpPr>
            <p:spPr>
              <a:xfrm>
                <a:off x="8819421" y="3549438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16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138D2B2E-9AA3-D486-E221-BAB865951C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9421" y="3549438"/>
                <a:ext cx="468398" cy="338554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66D9062A-66C0-9E9C-4BAF-49B165627296}"/>
                  </a:ext>
                </a:extLst>
              </p:cNvPr>
              <p:cNvSpPr txBox="1"/>
              <p:nvPr/>
            </p:nvSpPr>
            <p:spPr>
              <a:xfrm>
                <a:off x="10302108" y="3549438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16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66D9062A-66C0-9E9C-4BAF-49B1656272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02108" y="3549438"/>
                <a:ext cx="468398" cy="338554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B87ACD0C-BA18-F265-4B71-4AE97913C6E7}"/>
                  </a:ext>
                </a:extLst>
              </p:cNvPr>
              <p:cNvSpPr txBox="1"/>
              <p:nvPr/>
            </p:nvSpPr>
            <p:spPr>
              <a:xfrm>
                <a:off x="1929223" y="4594486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17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B87ACD0C-BA18-F265-4B71-4AE97913C6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9223" y="4594486"/>
                <a:ext cx="468398" cy="338554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21937FF4-C010-7961-1FC6-5687944267A8}"/>
                  </a:ext>
                </a:extLst>
              </p:cNvPr>
              <p:cNvSpPr txBox="1"/>
              <p:nvPr/>
            </p:nvSpPr>
            <p:spPr>
              <a:xfrm>
                <a:off x="4275712" y="4585735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17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21937FF4-C010-7961-1FC6-5687944267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5712" y="4585735"/>
                <a:ext cx="468398" cy="338554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5A80AB34-9ED7-6D04-EB3D-7EC123889D38}"/>
                  </a:ext>
                </a:extLst>
              </p:cNvPr>
              <p:cNvSpPr txBox="1"/>
              <p:nvPr/>
            </p:nvSpPr>
            <p:spPr>
              <a:xfrm>
                <a:off x="7166110" y="4581197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17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5A80AB34-9ED7-6D04-EB3D-7EC123889D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6110" y="4581197"/>
                <a:ext cx="468398" cy="338554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15E4AB70-6250-DFCA-FF40-538B1093BE47}"/>
                  </a:ext>
                </a:extLst>
              </p:cNvPr>
              <p:cNvSpPr txBox="1"/>
              <p:nvPr/>
            </p:nvSpPr>
            <p:spPr>
              <a:xfrm>
                <a:off x="9512599" y="4572446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17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15E4AB70-6250-DFCA-FF40-538B1093BE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599" y="4572446"/>
                <a:ext cx="468398" cy="338554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4A669397-2311-B397-3F5A-CE37D67B4566}"/>
                  </a:ext>
                </a:extLst>
              </p:cNvPr>
              <p:cNvSpPr txBox="1"/>
              <p:nvPr/>
            </p:nvSpPr>
            <p:spPr>
              <a:xfrm>
                <a:off x="4002605" y="5714880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18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4A669397-2311-B397-3F5A-CE37D67B45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2605" y="5714880"/>
                <a:ext cx="468398" cy="338554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2508D290-860B-6565-297A-CF9490B0F675}"/>
                  </a:ext>
                </a:extLst>
              </p:cNvPr>
              <p:cNvSpPr txBox="1"/>
              <p:nvPr/>
            </p:nvSpPr>
            <p:spPr>
              <a:xfrm>
                <a:off x="7478172" y="5714880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18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2508D290-860B-6565-297A-CF9490B0F6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78172" y="5714880"/>
                <a:ext cx="468398" cy="338554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D4A21D68-7BED-C05E-9CC6-CCB6E0C99EB5}"/>
                  </a:ext>
                </a:extLst>
              </p:cNvPr>
              <p:cNvSpPr txBox="1"/>
              <p:nvPr/>
            </p:nvSpPr>
            <p:spPr>
              <a:xfrm>
                <a:off x="5223998" y="6277115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19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D4A21D68-7BED-C05E-9CC6-CCB6E0C99E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3998" y="6277115"/>
                <a:ext cx="468398" cy="338554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716533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05A585-8A96-C52C-BFA2-C19F9C2F5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2D0916-0F75-EEE9-807D-B424DB732D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446933" y="6485156"/>
            <a:ext cx="745067" cy="365125"/>
          </a:xfrm>
        </p:spPr>
        <p:txBody>
          <a:bodyPr/>
          <a:lstStyle/>
          <a:p>
            <a:fld id="{B5356B1E-B159-40D5-AF70-1DC54B0D1CEA}" type="slidenum">
              <a:rPr lang="en-US" altLang="zh-CN" sz="1600" smtClean="0"/>
              <a:pPr/>
              <a:t>4</a:t>
            </a:fld>
            <a:endParaRPr lang="en-US" altLang="zh-CN" sz="160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4F882C8-CA24-D11F-F499-10BEE0FEF3EE}"/>
              </a:ext>
            </a:extLst>
          </p:cNvPr>
          <p:cNvSpPr/>
          <p:nvPr/>
        </p:nvSpPr>
        <p:spPr>
          <a:xfrm>
            <a:off x="1887435" y="121301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B6B78967-BF17-0A7C-6FAD-D136F54CB45A}"/>
              </a:ext>
            </a:extLst>
          </p:cNvPr>
          <p:cNvSpPr/>
          <p:nvPr/>
        </p:nvSpPr>
        <p:spPr>
          <a:xfrm>
            <a:off x="2380758" y="1213015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6FDF8A54-4A80-9D11-E13D-16ECB8591E53}"/>
              </a:ext>
            </a:extLst>
          </p:cNvPr>
          <p:cNvSpPr/>
          <p:nvPr/>
        </p:nvSpPr>
        <p:spPr>
          <a:xfrm>
            <a:off x="2907808" y="121301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D87016B-61F2-6601-0E7E-70156BD9BC3B}"/>
              </a:ext>
            </a:extLst>
          </p:cNvPr>
          <p:cNvSpPr txBox="1"/>
          <p:nvPr/>
        </p:nvSpPr>
        <p:spPr>
          <a:xfrm>
            <a:off x="3448050" y="234950"/>
            <a:ext cx="62745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L11, N = 8 FIR</a:t>
            </a:r>
            <a:r>
              <a:rPr lang="zh-CN" altLang="en-US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滤波器（折叠）</a:t>
            </a:r>
          </a:p>
        </p:txBody>
      </p: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D03F44D0-825B-27ED-A54F-1B0C6EE2012F}"/>
              </a:ext>
            </a:extLst>
          </p:cNvPr>
          <p:cNvCxnSpPr>
            <a:cxnSpLocks/>
          </p:cNvCxnSpPr>
          <p:nvPr/>
        </p:nvCxnSpPr>
        <p:spPr>
          <a:xfrm>
            <a:off x="3555931" y="1406489"/>
            <a:ext cx="37407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矩形 151">
            <a:extLst>
              <a:ext uri="{FF2B5EF4-FFF2-40B4-BE49-F238E27FC236}">
                <a16:creationId xmlns:a16="http://schemas.microsoft.com/office/drawing/2014/main" id="{153C8B27-C33D-A0F4-C2B3-5C833EAA47A1}"/>
              </a:ext>
            </a:extLst>
          </p:cNvPr>
          <p:cNvSpPr/>
          <p:nvPr/>
        </p:nvSpPr>
        <p:spPr>
          <a:xfrm>
            <a:off x="2006685" y="240173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53" name="直接箭头连接符 152">
            <a:extLst>
              <a:ext uri="{FF2B5EF4-FFF2-40B4-BE49-F238E27FC236}">
                <a16:creationId xmlns:a16="http://schemas.microsoft.com/office/drawing/2014/main" id="{EABE1F90-4E9E-C1A5-B1AB-C513D0046E8D}"/>
              </a:ext>
            </a:extLst>
          </p:cNvPr>
          <p:cNvCxnSpPr>
            <a:cxnSpLocks/>
            <a:stCxn id="152" idx="3"/>
            <a:endCxn id="159" idx="1"/>
          </p:cNvCxnSpPr>
          <p:nvPr/>
        </p:nvCxnSpPr>
        <p:spPr>
          <a:xfrm>
            <a:off x="2380758" y="2588772"/>
            <a:ext cx="70992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直接箭头连接符 153">
            <a:extLst>
              <a:ext uri="{FF2B5EF4-FFF2-40B4-BE49-F238E27FC236}">
                <a16:creationId xmlns:a16="http://schemas.microsoft.com/office/drawing/2014/main" id="{B157257D-19E9-A36B-7A7F-DC7893D575A7}"/>
              </a:ext>
            </a:extLst>
          </p:cNvPr>
          <p:cNvCxnSpPr>
            <a:cxnSpLocks/>
            <a:endCxn id="155" idx="0"/>
          </p:cNvCxnSpPr>
          <p:nvPr/>
        </p:nvCxnSpPr>
        <p:spPr>
          <a:xfrm>
            <a:off x="2720772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椭圆 154">
            <a:extLst>
              <a:ext uri="{FF2B5EF4-FFF2-40B4-BE49-F238E27FC236}">
                <a16:creationId xmlns:a16="http://schemas.microsoft.com/office/drawing/2014/main" id="{4E5764DD-1331-9960-E521-6729928E0A7A}"/>
              </a:ext>
            </a:extLst>
          </p:cNvPr>
          <p:cNvSpPr/>
          <p:nvPr/>
        </p:nvSpPr>
        <p:spPr>
          <a:xfrm>
            <a:off x="2533735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56" name="直接箭头连接符 155">
            <a:extLst>
              <a:ext uri="{FF2B5EF4-FFF2-40B4-BE49-F238E27FC236}">
                <a16:creationId xmlns:a16="http://schemas.microsoft.com/office/drawing/2014/main" id="{0A26DB03-538D-BC75-42EF-9CDD412839B6}"/>
              </a:ext>
            </a:extLst>
          </p:cNvPr>
          <p:cNvCxnSpPr>
            <a:cxnSpLocks/>
            <a:stCxn id="155" idx="4"/>
            <a:endCxn id="157" idx="0"/>
          </p:cNvCxnSpPr>
          <p:nvPr/>
        </p:nvCxnSpPr>
        <p:spPr>
          <a:xfrm flipH="1">
            <a:off x="2720771" y="3382177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7" name="椭圆 156">
            <a:extLst>
              <a:ext uri="{FF2B5EF4-FFF2-40B4-BE49-F238E27FC236}">
                <a16:creationId xmlns:a16="http://schemas.microsoft.com/office/drawing/2014/main" id="{1D128D08-0D8D-6F7F-24C4-E9CCB5E0A6DF}"/>
              </a:ext>
            </a:extLst>
          </p:cNvPr>
          <p:cNvSpPr/>
          <p:nvPr/>
        </p:nvSpPr>
        <p:spPr>
          <a:xfrm>
            <a:off x="2533734" y="3801508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58" name="直接箭头连接符 157">
            <a:extLst>
              <a:ext uri="{FF2B5EF4-FFF2-40B4-BE49-F238E27FC236}">
                <a16:creationId xmlns:a16="http://schemas.microsoft.com/office/drawing/2014/main" id="{57071201-0EBB-AC9D-1397-33D8ED939F67}"/>
              </a:ext>
            </a:extLst>
          </p:cNvPr>
          <p:cNvCxnSpPr>
            <a:cxnSpLocks/>
            <a:stCxn id="157" idx="6"/>
            <a:endCxn id="164" idx="2"/>
          </p:cNvCxnSpPr>
          <p:nvPr/>
        </p:nvCxnSpPr>
        <p:spPr>
          <a:xfrm>
            <a:off x="2907807" y="3988545"/>
            <a:ext cx="901122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矩形 158">
            <a:extLst>
              <a:ext uri="{FF2B5EF4-FFF2-40B4-BE49-F238E27FC236}">
                <a16:creationId xmlns:a16="http://schemas.microsoft.com/office/drawing/2014/main" id="{DFB99AC3-2233-D1B7-E059-D1A7A27B5F5B}"/>
              </a:ext>
            </a:extLst>
          </p:cNvPr>
          <p:cNvSpPr/>
          <p:nvPr/>
        </p:nvSpPr>
        <p:spPr>
          <a:xfrm>
            <a:off x="3090683" y="2401735"/>
            <a:ext cx="531206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2D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60" name="直接箭头连接符 159">
            <a:extLst>
              <a:ext uri="{FF2B5EF4-FFF2-40B4-BE49-F238E27FC236}">
                <a16:creationId xmlns:a16="http://schemas.microsoft.com/office/drawing/2014/main" id="{81C8B6FA-72D6-2410-DBF7-4958DB8E0456}"/>
              </a:ext>
            </a:extLst>
          </p:cNvPr>
          <p:cNvCxnSpPr>
            <a:cxnSpLocks/>
            <a:stCxn id="159" idx="3"/>
            <a:endCxn id="166" idx="1"/>
          </p:cNvCxnSpPr>
          <p:nvPr/>
        </p:nvCxnSpPr>
        <p:spPr>
          <a:xfrm>
            <a:off x="3621889" y="2588772"/>
            <a:ext cx="93518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直接箭头连接符 160">
            <a:extLst>
              <a:ext uri="{FF2B5EF4-FFF2-40B4-BE49-F238E27FC236}">
                <a16:creationId xmlns:a16="http://schemas.microsoft.com/office/drawing/2014/main" id="{E6C6151D-0BA6-BF3D-C80D-701CCA8E0667}"/>
              </a:ext>
            </a:extLst>
          </p:cNvPr>
          <p:cNvCxnSpPr>
            <a:cxnSpLocks/>
            <a:endCxn id="162" idx="0"/>
          </p:cNvCxnSpPr>
          <p:nvPr/>
        </p:nvCxnSpPr>
        <p:spPr>
          <a:xfrm>
            <a:off x="3995967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2" name="椭圆 161">
            <a:extLst>
              <a:ext uri="{FF2B5EF4-FFF2-40B4-BE49-F238E27FC236}">
                <a16:creationId xmlns:a16="http://schemas.microsoft.com/office/drawing/2014/main" id="{DDC84C53-7A9D-9E01-8B73-012F470AAC5C}"/>
              </a:ext>
            </a:extLst>
          </p:cNvPr>
          <p:cNvSpPr/>
          <p:nvPr/>
        </p:nvSpPr>
        <p:spPr>
          <a:xfrm>
            <a:off x="3808930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63" name="直接箭头连接符 162">
            <a:extLst>
              <a:ext uri="{FF2B5EF4-FFF2-40B4-BE49-F238E27FC236}">
                <a16:creationId xmlns:a16="http://schemas.microsoft.com/office/drawing/2014/main" id="{72520FE1-FEFC-A512-F5A1-4ED15D4494D5}"/>
              </a:ext>
            </a:extLst>
          </p:cNvPr>
          <p:cNvCxnSpPr>
            <a:cxnSpLocks/>
            <a:stCxn id="162" idx="4"/>
            <a:endCxn id="164" idx="0"/>
          </p:cNvCxnSpPr>
          <p:nvPr/>
        </p:nvCxnSpPr>
        <p:spPr>
          <a:xfrm flipH="1">
            <a:off x="3995966" y="3382177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椭圆 163">
            <a:extLst>
              <a:ext uri="{FF2B5EF4-FFF2-40B4-BE49-F238E27FC236}">
                <a16:creationId xmlns:a16="http://schemas.microsoft.com/office/drawing/2014/main" id="{BBE2E494-2945-B2CE-E96B-6EC0B708A971}"/>
              </a:ext>
            </a:extLst>
          </p:cNvPr>
          <p:cNvSpPr/>
          <p:nvPr/>
        </p:nvSpPr>
        <p:spPr>
          <a:xfrm>
            <a:off x="3808929" y="3801508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65" name="直接箭头连接符 164">
            <a:extLst>
              <a:ext uri="{FF2B5EF4-FFF2-40B4-BE49-F238E27FC236}">
                <a16:creationId xmlns:a16="http://schemas.microsoft.com/office/drawing/2014/main" id="{47676B23-EA2C-E42D-1B8C-55CC73768C6F}"/>
              </a:ext>
            </a:extLst>
          </p:cNvPr>
          <p:cNvCxnSpPr>
            <a:cxnSpLocks/>
            <a:stCxn id="164" idx="6"/>
            <a:endCxn id="172" idx="2"/>
          </p:cNvCxnSpPr>
          <p:nvPr/>
        </p:nvCxnSpPr>
        <p:spPr>
          <a:xfrm>
            <a:off x="4183002" y="3988545"/>
            <a:ext cx="90112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矩形 165">
            <a:extLst>
              <a:ext uri="{FF2B5EF4-FFF2-40B4-BE49-F238E27FC236}">
                <a16:creationId xmlns:a16="http://schemas.microsoft.com/office/drawing/2014/main" id="{89751F2C-0799-123B-7723-F1C4ACFD034D}"/>
              </a:ext>
            </a:extLst>
          </p:cNvPr>
          <p:cNvSpPr/>
          <p:nvPr/>
        </p:nvSpPr>
        <p:spPr>
          <a:xfrm>
            <a:off x="4557074" y="240173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67" name="直接箭头连接符 166">
            <a:extLst>
              <a:ext uri="{FF2B5EF4-FFF2-40B4-BE49-F238E27FC236}">
                <a16:creationId xmlns:a16="http://schemas.microsoft.com/office/drawing/2014/main" id="{232E4BD2-B463-8212-95F6-EC5D07E62C13}"/>
              </a:ext>
            </a:extLst>
          </p:cNvPr>
          <p:cNvCxnSpPr>
            <a:cxnSpLocks/>
            <a:stCxn id="166" idx="3"/>
            <a:endCxn id="174" idx="1"/>
          </p:cNvCxnSpPr>
          <p:nvPr/>
        </p:nvCxnSpPr>
        <p:spPr>
          <a:xfrm>
            <a:off x="4931147" y="2588772"/>
            <a:ext cx="71408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直接箭头连接符 167">
            <a:extLst>
              <a:ext uri="{FF2B5EF4-FFF2-40B4-BE49-F238E27FC236}">
                <a16:creationId xmlns:a16="http://schemas.microsoft.com/office/drawing/2014/main" id="{948D11AA-9326-7E19-9E66-690E4BE4867B}"/>
              </a:ext>
            </a:extLst>
          </p:cNvPr>
          <p:cNvCxnSpPr>
            <a:cxnSpLocks/>
            <a:endCxn id="169" idx="0"/>
          </p:cNvCxnSpPr>
          <p:nvPr/>
        </p:nvCxnSpPr>
        <p:spPr>
          <a:xfrm>
            <a:off x="5271161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椭圆 168">
            <a:extLst>
              <a:ext uri="{FF2B5EF4-FFF2-40B4-BE49-F238E27FC236}">
                <a16:creationId xmlns:a16="http://schemas.microsoft.com/office/drawing/2014/main" id="{6425C1E6-32C8-023E-6BD8-3D4C34D01294}"/>
              </a:ext>
            </a:extLst>
          </p:cNvPr>
          <p:cNvSpPr/>
          <p:nvPr/>
        </p:nvSpPr>
        <p:spPr>
          <a:xfrm>
            <a:off x="5084124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1" name="直接箭头连接符 170">
            <a:extLst>
              <a:ext uri="{FF2B5EF4-FFF2-40B4-BE49-F238E27FC236}">
                <a16:creationId xmlns:a16="http://schemas.microsoft.com/office/drawing/2014/main" id="{BED4F9B8-9F86-6239-A610-963E00614E4E}"/>
              </a:ext>
            </a:extLst>
          </p:cNvPr>
          <p:cNvCxnSpPr>
            <a:cxnSpLocks/>
            <a:stCxn id="169" idx="4"/>
            <a:endCxn id="172" idx="0"/>
          </p:cNvCxnSpPr>
          <p:nvPr/>
        </p:nvCxnSpPr>
        <p:spPr>
          <a:xfrm flipH="1">
            <a:off x="5271160" y="3382177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椭圆 171">
            <a:extLst>
              <a:ext uri="{FF2B5EF4-FFF2-40B4-BE49-F238E27FC236}">
                <a16:creationId xmlns:a16="http://schemas.microsoft.com/office/drawing/2014/main" id="{1D18E192-87D9-ED30-6235-28044EFED08D}"/>
              </a:ext>
            </a:extLst>
          </p:cNvPr>
          <p:cNvSpPr/>
          <p:nvPr/>
        </p:nvSpPr>
        <p:spPr>
          <a:xfrm>
            <a:off x="5084123" y="3801508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3" name="直接箭头连接符 172">
            <a:extLst>
              <a:ext uri="{FF2B5EF4-FFF2-40B4-BE49-F238E27FC236}">
                <a16:creationId xmlns:a16="http://schemas.microsoft.com/office/drawing/2014/main" id="{83A5D0E9-D1AD-1E30-F02F-1B39E393FC86}"/>
              </a:ext>
            </a:extLst>
          </p:cNvPr>
          <p:cNvCxnSpPr>
            <a:cxnSpLocks/>
            <a:stCxn id="172" idx="6"/>
            <a:endCxn id="179" idx="2"/>
          </p:cNvCxnSpPr>
          <p:nvPr/>
        </p:nvCxnSpPr>
        <p:spPr>
          <a:xfrm>
            <a:off x="5458196" y="3988545"/>
            <a:ext cx="90112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4" name="矩形 173">
            <a:extLst>
              <a:ext uri="{FF2B5EF4-FFF2-40B4-BE49-F238E27FC236}">
                <a16:creationId xmlns:a16="http://schemas.microsoft.com/office/drawing/2014/main" id="{887DEFAB-08DC-6211-F587-AF4355F2A69E}"/>
              </a:ext>
            </a:extLst>
          </p:cNvPr>
          <p:cNvSpPr/>
          <p:nvPr/>
        </p:nvSpPr>
        <p:spPr>
          <a:xfrm>
            <a:off x="5645236" y="2401735"/>
            <a:ext cx="561095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2D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75" name="直接箭头连接符 174">
            <a:extLst>
              <a:ext uri="{FF2B5EF4-FFF2-40B4-BE49-F238E27FC236}">
                <a16:creationId xmlns:a16="http://schemas.microsoft.com/office/drawing/2014/main" id="{84502214-786C-01AD-16EF-3F7BA8DF09C8}"/>
              </a:ext>
            </a:extLst>
          </p:cNvPr>
          <p:cNvCxnSpPr>
            <a:cxnSpLocks/>
            <a:stCxn id="174" idx="3"/>
            <a:endCxn id="181" idx="1"/>
          </p:cNvCxnSpPr>
          <p:nvPr/>
        </p:nvCxnSpPr>
        <p:spPr>
          <a:xfrm>
            <a:off x="6206331" y="2588772"/>
            <a:ext cx="90112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直接箭头连接符 175">
            <a:extLst>
              <a:ext uri="{FF2B5EF4-FFF2-40B4-BE49-F238E27FC236}">
                <a16:creationId xmlns:a16="http://schemas.microsoft.com/office/drawing/2014/main" id="{C0AD58D5-E30E-7334-FE5B-65BFA6655091}"/>
              </a:ext>
            </a:extLst>
          </p:cNvPr>
          <p:cNvCxnSpPr>
            <a:cxnSpLocks/>
            <a:endCxn id="177" idx="0"/>
          </p:cNvCxnSpPr>
          <p:nvPr/>
        </p:nvCxnSpPr>
        <p:spPr>
          <a:xfrm>
            <a:off x="6546354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椭圆 176">
            <a:extLst>
              <a:ext uri="{FF2B5EF4-FFF2-40B4-BE49-F238E27FC236}">
                <a16:creationId xmlns:a16="http://schemas.microsoft.com/office/drawing/2014/main" id="{9F5B4849-9E6A-C6EE-B215-1295350D3A88}"/>
              </a:ext>
            </a:extLst>
          </p:cNvPr>
          <p:cNvSpPr/>
          <p:nvPr/>
        </p:nvSpPr>
        <p:spPr>
          <a:xfrm>
            <a:off x="6359317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8" name="直接箭头连接符 177">
            <a:extLst>
              <a:ext uri="{FF2B5EF4-FFF2-40B4-BE49-F238E27FC236}">
                <a16:creationId xmlns:a16="http://schemas.microsoft.com/office/drawing/2014/main" id="{E387745B-41DC-2E79-3CE6-E816BD2A636D}"/>
              </a:ext>
            </a:extLst>
          </p:cNvPr>
          <p:cNvCxnSpPr>
            <a:cxnSpLocks/>
            <a:stCxn id="177" idx="4"/>
            <a:endCxn id="179" idx="0"/>
          </p:cNvCxnSpPr>
          <p:nvPr/>
        </p:nvCxnSpPr>
        <p:spPr>
          <a:xfrm flipH="1">
            <a:off x="6546353" y="3382177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椭圆 178">
            <a:extLst>
              <a:ext uri="{FF2B5EF4-FFF2-40B4-BE49-F238E27FC236}">
                <a16:creationId xmlns:a16="http://schemas.microsoft.com/office/drawing/2014/main" id="{CB5B1A47-48C2-2189-7CEA-0B38BB7E46E0}"/>
              </a:ext>
            </a:extLst>
          </p:cNvPr>
          <p:cNvSpPr/>
          <p:nvPr/>
        </p:nvSpPr>
        <p:spPr>
          <a:xfrm>
            <a:off x="6359316" y="3801508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80" name="直接箭头连接符 179">
            <a:extLst>
              <a:ext uri="{FF2B5EF4-FFF2-40B4-BE49-F238E27FC236}">
                <a16:creationId xmlns:a16="http://schemas.microsoft.com/office/drawing/2014/main" id="{AC33A341-91CB-F792-BE17-54DEF096125A}"/>
              </a:ext>
            </a:extLst>
          </p:cNvPr>
          <p:cNvCxnSpPr>
            <a:cxnSpLocks/>
            <a:stCxn id="179" idx="6"/>
            <a:endCxn id="186" idx="2"/>
          </p:cNvCxnSpPr>
          <p:nvPr/>
        </p:nvCxnSpPr>
        <p:spPr>
          <a:xfrm>
            <a:off x="6733389" y="3988545"/>
            <a:ext cx="90111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1" name="矩形 180">
            <a:extLst>
              <a:ext uri="{FF2B5EF4-FFF2-40B4-BE49-F238E27FC236}">
                <a16:creationId xmlns:a16="http://schemas.microsoft.com/office/drawing/2014/main" id="{C166F090-B77F-2B8D-3BA6-88660922127F}"/>
              </a:ext>
            </a:extLst>
          </p:cNvPr>
          <p:cNvSpPr/>
          <p:nvPr/>
        </p:nvSpPr>
        <p:spPr>
          <a:xfrm>
            <a:off x="7107459" y="240173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82" name="直接箭头连接符 181">
            <a:extLst>
              <a:ext uri="{FF2B5EF4-FFF2-40B4-BE49-F238E27FC236}">
                <a16:creationId xmlns:a16="http://schemas.microsoft.com/office/drawing/2014/main" id="{A7D12229-0E1E-0938-8C3F-FE766543965C}"/>
              </a:ext>
            </a:extLst>
          </p:cNvPr>
          <p:cNvCxnSpPr>
            <a:cxnSpLocks/>
            <a:stCxn id="181" idx="3"/>
            <a:endCxn id="188" idx="1"/>
          </p:cNvCxnSpPr>
          <p:nvPr/>
        </p:nvCxnSpPr>
        <p:spPr>
          <a:xfrm>
            <a:off x="7481532" y="2588772"/>
            <a:ext cx="71408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直接箭头连接符 182">
            <a:extLst>
              <a:ext uri="{FF2B5EF4-FFF2-40B4-BE49-F238E27FC236}">
                <a16:creationId xmlns:a16="http://schemas.microsoft.com/office/drawing/2014/main" id="{AE4BBB5A-D5B5-94C2-C6F1-3B62777A25D7}"/>
              </a:ext>
            </a:extLst>
          </p:cNvPr>
          <p:cNvCxnSpPr>
            <a:cxnSpLocks/>
            <a:endCxn id="184" idx="0"/>
          </p:cNvCxnSpPr>
          <p:nvPr/>
        </p:nvCxnSpPr>
        <p:spPr>
          <a:xfrm>
            <a:off x="7821546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椭圆 183">
            <a:extLst>
              <a:ext uri="{FF2B5EF4-FFF2-40B4-BE49-F238E27FC236}">
                <a16:creationId xmlns:a16="http://schemas.microsoft.com/office/drawing/2014/main" id="{1E600AD4-7429-42F4-36C6-011AA97C869A}"/>
              </a:ext>
            </a:extLst>
          </p:cNvPr>
          <p:cNvSpPr/>
          <p:nvPr/>
        </p:nvSpPr>
        <p:spPr>
          <a:xfrm>
            <a:off x="7634509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85" name="直接箭头连接符 184">
            <a:extLst>
              <a:ext uri="{FF2B5EF4-FFF2-40B4-BE49-F238E27FC236}">
                <a16:creationId xmlns:a16="http://schemas.microsoft.com/office/drawing/2014/main" id="{94DD7475-F037-B445-5780-20DF4A19CD2A}"/>
              </a:ext>
            </a:extLst>
          </p:cNvPr>
          <p:cNvCxnSpPr>
            <a:cxnSpLocks/>
            <a:stCxn id="184" idx="4"/>
            <a:endCxn id="186" idx="0"/>
          </p:cNvCxnSpPr>
          <p:nvPr/>
        </p:nvCxnSpPr>
        <p:spPr>
          <a:xfrm flipH="1">
            <a:off x="7821545" y="3382177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椭圆 185">
            <a:extLst>
              <a:ext uri="{FF2B5EF4-FFF2-40B4-BE49-F238E27FC236}">
                <a16:creationId xmlns:a16="http://schemas.microsoft.com/office/drawing/2014/main" id="{D0FF69A1-EA49-06F1-CEF6-10A9ACBD80F6}"/>
              </a:ext>
            </a:extLst>
          </p:cNvPr>
          <p:cNvSpPr/>
          <p:nvPr/>
        </p:nvSpPr>
        <p:spPr>
          <a:xfrm>
            <a:off x="7634508" y="3801508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87" name="直接箭头连接符 186">
            <a:extLst>
              <a:ext uri="{FF2B5EF4-FFF2-40B4-BE49-F238E27FC236}">
                <a16:creationId xmlns:a16="http://schemas.microsoft.com/office/drawing/2014/main" id="{5E0C551D-F944-354F-E29F-16F2F7B11471}"/>
              </a:ext>
            </a:extLst>
          </p:cNvPr>
          <p:cNvCxnSpPr>
            <a:cxnSpLocks/>
            <a:stCxn id="186" idx="6"/>
            <a:endCxn id="193" idx="2"/>
          </p:cNvCxnSpPr>
          <p:nvPr/>
        </p:nvCxnSpPr>
        <p:spPr>
          <a:xfrm>
            <a:off x="8008581" y="3988545"/>
            <a:ext cx="901117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矩形 187">
            <a:extLst>
              <a:ext uri="{FF2B5EF4-FFF2-40B4-BE49-F238E27FC236}">
                <a16:creationId xmlns:a16="http://schemas.microsoft.com/office/drawing/2014/main" id="{9F14260F-DA26-6E4B-39EF-5F5B5049698D}"/>
              </a:ext>
            </a:extLst>
          </p:cNvPr>
          <p:cNvSpPr/>
          <p:nvPr/>
        </p:nvSpPr>
        <p:spPr>
          <a:xfrm>
            <a:off x="8195621" y="2401735"/>
            <a:ext cx="561102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2D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89" name="直接箭头连接符 188">
            <a:extLst>
              <a:ext uri="{FF2B5EF4-FFF2-40B4-BE49-F238E27FC236}">
                <a16:creationId xmlns:a16="http://schemas.microsoft.com/office/drawing/2014/main" id="{A1FBDA97-F10E-E05B-1E1C-C5075140EF52}"/>
              </a:ext>
            </a:extLst>
          </p:cNvPr>
          <p:cNvCxnSpPr>
            <a:cxnSpLocks/>
            <a:stCxn id="188" idx="3"/>
            <a:endCxn id="195" idx="1"/>
          </p:cNvCxnSpPr>
          <p:nvPr/>
        </p:nvCxnSpPr>
        <p:spPr>
          <a:xfrm>
            <a:off x="8756723" y="2588772"/>
            <a:ext cx="90111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直接箭头连接符 189">
            <a:extLst>
              <a:ext uri="{FF2B5EF4-FFF2-40B4-BE49-F238E27FC236}">
                <a16:creationId xmlns:a16="http://schemas.microsoft.com/office/drawing/2014/main" id="{28786952-D814-2A6B-6B2F-CDA9554457D9}"/>
              </a:ext>
            </a:extLst>
          </p:cNvPr>
          <p:cNvCxnSpPr>
            <a:cxnSpLocks/>
            <a:endCxn id="191" idx="0"/>
          </p:cNvCxnSpPr>
          <p:nvPr/>
        </p:nvCxnSpPr>
        <p:spPr>
          <a:xfrm>
            <a:off x="9096736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椭圆 190">
            <a:extLst>
              <a:ext uri="{FF2B5EF4-FFF2-40B4-BE49-F238E27FC236}">
                <a16:creationId xmlns:a16="http://schemas.microsoft.com/office/drawing/2014/main" id="{06694D58-16EE-4A96-E122-D579F41AEAD6}"/>
              </a:ext>
            </a:extLst>
          </p:cNvPr>
          <p:cNvSpPr/>
          <p:nvPr/>
        </p:nvSpPr>
        <p:spPr>
          <a:xfrm>
            <a:off x="8909699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92" name="直接箭头连接符 191">
            <a:extLst>
              <a:ext uri="{FF2B5EF4-FFF2-40B4-BE49-F238E27FC236}">
                <a16:creationId xmlns:a16="http://schemas.microsoft.com/office/drawing/2014/main" id="{83D328B5-69A8-302A-4C4E-F5C1C953EF4A}"/>
              </a:ext>
            </a:extLst>
          </p:cNvPr>
          <p:cNvCxnSpPr>
            <a:cxnSpLocks/>
            <a:stCxn id="191" idx="4"/>
            <a:endCxn id="193" idx="0"/>
          </p:cNvCxnSpPr>
          <p:nvPr/>
        </p:nvCxnSpPr>
        <p:spPr>
          <a:xfrm flipH="1">
            <a:off x="9096735" y="3382177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椭圆 192">
            <a:extLst>
              <a:ext uri="{FF2B5EF4-FFF2-40B4-BE49-F238E27FC236}">
                <a16:creationId xmlns:a16="http://schemas.microsoft.com/office/drawing/2014/main" id="{D3A5E6A4-22E3-D8D7-F1FB-4FA9282DEE24}"/>
              </a:ext>
            </a:extLst>
          </p:cNvPr>
          <p:cNvSpPr/>
          <p:nvPr/>
        </p:nvSpPr>
        <p:spPr>
          <a:xfrm>
            <a:off x="8909698" y="3801508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94" name="直接箭头连接符 193">
            <a:extLst>
              <a:ext uri="{FF2B5EF4-FFF2-40B4-BE49-F238E27FC236}">
                <a16:creationId xmlns:a16="http://schemas.microsoft.com/office/drawing/2014/main" id="{EB247D4B-BB65-5EA3-C0B4-489DEE782DD2}"/>
              </a:ext>
            </a:extLst>
          </p:cNvPr>
          <p:cNvCxnSpPr>
            <a:cxnSpLocks/>
            <a:stCxn id="193" idx="6"/>
            <a:endCxn id="199" idx="2"/>
          </p:cNvCxnSpPr>
          <p:nvPr/>
        </p:nvCxnSpPr>
        <p:spPr>
          <a:xfrm>
            <a:off x="9283771" y="3988545"/>
            <a:ext cx="901116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矩形 194">
            <a:extLst>
              <a:ext uri="{FF2B5EF4-FFF2-40B4-BE49-F238E27FC236}">
                <a16:creationId xmlns:a16="http://schemas.microsoft.com/office/drawing/2014/main" id="{3942C253-BE3F-7754-5C30-B2158EDD5780}"/>
              </a:ext>
            </a:extLst>
          </p:cNvPr>
          <p:cNvSpPr/>
          <p:nvPr/>
        </p:nvSpPr>
        <p:spPr>
          <a:xfrm>
            <a:off x="9657838" y="240173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96" name="直接箭头连接符 195">
            <a:extLst>
              <a:ext uri="{FF2B5EF4-FFF2-40B4-BE49-F238E27FC236}">
                <a16:creationId xmlns:a16="http://schemas.microsoft.com/office/drawing/2014/main" id="{441412A6-B538-086E-7281-29F9FD5074C9}"/>
              </a:ext>
            </a:extLst>
          </p:cNvPr>
          <p:cNvCxnSpPr>
            <a:cxnSpLocks/>
            <a:endCxn id="197" idx="0"/>
          </p:cNvCxnSpPr>
          <p:nvPr/>
        </p:nvCxnSpPr>
        <p:spPr>
          <a:xfrm>
            <a:off x="10371925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椭圆 196">
            <a:extLst>
              <a:ext uri="{FF2B5EF4-FFF2-40B4-BE49-F238E27FC236}">
                <a16:creationId xmlns:a16="http://schemas.microsoft.com/office/drawing/2014/main" id="{F7FD1600-809C-9791-6B80-31FE2A0A519A}"/>
              </a:ext>
            </a:extLst>
          </p:cNvPr>
          <p:cNvSpPr/>
          <p:nvPr/>
        </p:nvSpPr>
        <p:spPr>
          <a:xfrm>
            <a:off x="10184888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98" name="直接箭头连接符 197">
            <a:extLst>
              <a:ext uri="{FF2B5EF4-FFF2-40B4-BE49-F238E27FC236}">
                <a16:creationId xmlns:a16="http://schemas.microsoft.com/office/drawing/2014/main" id="{809B9243-8B07-F4BE-56C1-2510AFFA0784}"/>
              </a:ext>
            </a:extLst>
          </p:cNvPr>
          <p:cNvCxnSpPr>
            <a:cxnSpLocks/>
            <a:stCxn id="197" idx="4"/>
            <a:endCxn id="199" idx="0"/>
          </p:cNvCxnSpPr>
          <p:nvPr/>
        </p:nvCxnSpPr>
        <p:spPr>
          <a:xfrm flipH="1">
            <a:off x="10371924" y="3382177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椭圆 198">
            <a:extLst>
              <a:ext uri="{FF2B5EF4-FFF2-40B4-BE49-F238E27FC236}">
                <a16:creationId xmlns:a16="http://schemas.microsoft.com/office/drawing/2014/main" id="{2EFC8081-D306-8BA6-8106-88D8F47D36D4}"/>
              </a:ext>
            </a:extLst>
          </p:cNvPr>
          <p:cNvSpPr/>
          <p:nvPr/>
        </p:nvSpPr>
        <p:spPr>
          <a:xfrm>
            <a:off x="10184887" y="3801508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00" name="直接箭头连接符 199">
            <a:extLst>
              <a:ext uri="{FF2B5EF4-FFF2-40B4-BE49-F238E27FC236}">
                <a16:creationId xmlns:a16="http://schemas.microsoft.com/office/drawing/2014/main" id="{9714C997-5CA6-394D-E656-29C5F864F421}"/>
              </a:ext>
            </a:extLst>
          </p:cNvPr>
          <p:cNvCxnSpPr>
            <a:cxnSpLocks/>
            <a:stCxn id="199" idx="6"/>
          </p:cNvCxnSpPr>
          <p:nvPr/>
        </p:nvCxnSpPr>
        <p:spPr>
          <a:xfrm>
            <a:off x="10558960" y="3988545"/>
            <a:ext cx="901122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直接箭头连接符 200">
            <a:extLst>
              <a:ext uri="{FF2B5EF4-FFF2-40B4-BE49-F238E27FC236}">
                <a16:creationId xmlns:a16="http://schemas.microsoft.com/office/drawing/2014/main" id="{7F27E2D5-8309-B50A-4A13-4F33CF4E3BDD}"/>
              </a:ext>
            </a:extLst>
          </p:cNvPr>
          <p:cNvCxnSpPr>
            <a:cxnSpLocks/>
            <a:endCxn id="152" idx="1"/>
          </p:cNvCxnSpPr>
          <p:nvPr/>
        </p:nvCxnSpPr>
        <p:spPr>
          <a:xfrm>
            <a:off x="1105562" y="2588772"/>
            <a:ext cx="90112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直接箭头连接符 201">
            <a:extLst>
              <a:ext uri="{FF2B5EF4-FFF2-40B4-BE49-F238E27FC236}">
                <a16:creationId xmlns:a16="http://schemas.microsoft.com/office/drawing/2014/main" id="{1713CDC1-0DD4-3931-CCEF-C07D645F6488}"/>
              </a:ext>
            </a:extLst>
          </p:cNvPr>
          <p:cNvCxnSpPr>
            <a:cxnSpLocks/>
            <a:endCxn id="203" idx="0"/>
          </p:cNvCxnSpPr>
          <p:nvPr/>
        </p:nvCxnSpPr>
        <p:spPr>
          <a:xfrm>
            <a:off x="1445576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椭圆 202">
            <a:extLst>
              <a:ext uri="{FF2B5EF4-FFF2-40B4-BE49-F238E27FC236}">
                <a16:creationId xmlns:a16="http://schemas.microsoft.com/office/drawing/2014/main" id="{1AD4E6A6-34DB-75C0-35AE-87FF928C580B}"/>
              </a:ext>
            </a:extLst>
          </p:cNvPr>
          <p:cNvSpPr/>
          <p:nvPr/>
        </p:nvSpPr>
        <p:spPr>
          <a:xfrm>
            <a:off x="1258539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04" name="直接箭头连接符 203">
            <a:extLst>
              <a:ext uri="{FF2B5EF4-FFF2-40B4-BE49-F238E27FC236}">
                <a16:creationId xmlns:a16="http://schemas.microsoft.com/office/drawing/2014/main" id="{DE58BD8F-F6E6-85A0-DDF3-21FDCB9C5160}"/>
              </a:ext>
            </a:extLst>
          </p:cNvPr>
          <p:cNvCxnSpPr>
            <a:cxnSpLocks/>
            <a:endCxn id="157" idx="2"/>
          </p:cNvCxnSpPr>
          <p:nvPr/>
        </p:nvCxnSpPr>
        <p:spPr>
          <a:xfrm>
            <a:off x="1445575" y="3988545"/>
            <a:ext cx="108815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5" name="文本框 204">
                <a:extLst>
                  <a:ext uri="{FF2B5EF4-FFF2-40B4-BE49-F238E27FC236}">
                    <a16:creationId xmlns:a16="http://schemas.microsoft.com/office/drawing/2014/main" id="{24DC2BE2-CCE9-D144-BFA2-1A2B9309FD16}"/>
                  </a:ext>
                </a:extLst>
              </p:cNvPr>
              <p:cNvSpPr txBox="1"/>
              <p:nvPr/>
            </p:nvSpPr>
            <p:spPr>
              <a:xfrm>
                <a:off x="416099" y="2375698"/>
                <a:ext cx="74892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altLang="zh-CN" sz="2000" dirty="0"/>
              </a:p>
            </p:txBody>
          </p:sp>
        </mc:Choice>
        <mc:Fallback xmlns="">
          <p:sp>
            <p:nvSpPr>
              <p:cNvPr id="205" name="文本框 204">
                <a:extLst>
                  <a:ext uri="{FF2B5EF4-FFF2-40B4-BE49-F238E27FC236}">
                    <a16:creationId xmlns:a16="http://schemas.microsoft.com/office/drawing/2014/main" id="{24DC2BE2-CCE9-D144-BFA2-1A2B9309FD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099" y="2375698"/>
                <a:ext cx="748923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6" name="文本框 205">
                <a:extLst>
                  <a:ext uri="{FF2B5EF4-FFF2-40B4-BE49-F238E27FC236}">
                    <a16:creationId xmlns:a16="http://schemas.microsoft.com/office/drawing/2014/main" id="{2DA6FB28-BF57-74D3-D4EB-1B8D2B06E333}"/>
                  </a:ext>
                </a:extLst>
              </p:cNvPr>
              <p:cNvSpPr txBox="1"/>
              <p:nvPr/>
            </p:nvSpPr>
            <p:spPr>
              <a:xfrm>
                <a:off x="11382215" y="3775471"/>
                <a:ext cx="73520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altLang="zh-CN" sz="2000" dirty="0"/>
              </a:p>
            </p:txBody>
          </p:sp>
        </mc:Choice>
        <mc:Fallback xmlns="">
          <p:sp>
            <p:nvSpPr>
              <p:cNvPr id="206" name="文本框 205">
                <a:extLst>
                  <a:ext uri="{FF2B5EF4-FFF2-40B4-BE49-F238E27FC236}">
                    <a16:creationId xmlns:a16="http://schemas.microsoft.com/office/drawing/2014/main" id="{2DA6FB28-BF57-74D3-D4EB-1B8D2B06E3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82215" y="3775471"/>
                <a:ext cx="735201" cy="400110"/>
              </a:xfrm>
              <a:prstGeom prst="rect">
                <a:avLst/>
              </a:prstGeom>
              <a:blipFill>
                <a:blip r:embed="rId4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7" name="直接连接符 206">
            <a:extLst>
              <a:ext uri="{FF2B5EF4-FFF2-40B4-BE49-F238E27FC236}">
                <a16:creationId xmlns:a16="http://schemas.microsoft.com/office/drawing/2014/main" id="{84B71B8F-E2A9-A42F-3B02-817FF2DFE19F}"/>
              </a:ext>
            </a:extLst>
          </p:cNvPr>
          <p:cNvCxnSpPr>
            <a:cxnSpLocks/>
            <a:stCxn id="195" idx="3"/>
          </p:cNvCxnSpPr>
          <p:nvPr/>
        </p:nvCxnSpPr>
        <p:spPr>
          <a:xfrm flipV="1">
            <a:off x="10031911" y="2588771"/>
            <a:ext cx="340012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直接箭头连接符 207">
            <a:extLst>
              <a:ext uri="{FF2B5EF4-FFF2-40B4-BE49-F238E27FC236}">
                <a16:creationId xmlns:a16="http://schemas.microsoft.com/office/drawing/2014/main" id="{6518CEF3-1A59-AB33-E0CF-28FB26FD9849}"/>
              </a:ext>
            </a:extLst>
          </p:cNvPr>
          <p:cNvCxnSpPr>
            <a:cxnSpLocks/>
            <a:endCxn id="203" idx="2"/>
          </p:cNvCxnSpPr>
          <p:nvPr/>
        </p:nvCxnSpPr>
        <p:spPr>
          <a:xfrm>
            <a:off x="905933" y="3195141"/>
            <a:ext cx="352606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9" name="文本框 208">
                <a:extLst>
                  <a:ext uri="{FF2B5EF4-FFF2-40B4-BE49-F238E27FC236}">
                    <a16:creationId xmlns:a16="http://schemas.microsoft.com/office/drawing/2014/main" id="{9868EF17-E99E-54F4-3BD9-B61771571828}"/>
                  </a:ext>
                </a:extLst>
              </p:cNvPr>
              <p:cNvSpPr txBox="1"/>
              <p:nvPr/>
            </p:nvSpPr>
            <p:spPr>
              <a:xfrm>
                <a:off x="246578" y="2848562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0.96875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209" name="文本框 208">
                <a:extLst>
                  <a:ext uri="{FF2B5EF4-FFF2-40B4-BE49-F238E27FC236}">
                    <a16:creationId xmlns:a16="http://schemas.microsoft.com/office/drawing/2014/main" id="{9868EF17-E99E-54F4-3BD9-B617715718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578" y="2848562"/>
                <a:ext cx="965200" cy="3385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0" name="直接箭头连接符 209">
            <a:extLst>
              <a:ext uri="{FF2B5EF4-FFF2-40B4-BE49-F238E27FC236}">
                <a16:creationId xmlns:a16="http://schemas.microsoft.com/office/drawing/2014/main" id="{98BB5CB4-DB3C-50E4-37E0-2EED29615967}"/>
              </a:ext>
            </a:extLst>
          </p:cNvPr>
          <p:cNvCxnSpPr>
            <a:cxnSpLocks/>
            <a:endCxn id="155" idx="2"/>
          </p:cNvCxnSpPr>
          <p:nvPr/>
        </p:nvCxnSpPr>
        <p:spPr>
          <a:xfrm>
            <a:off x="2261508" y="3195141"/>
            <a:ext cx="272227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1" name="文本框 210">
                <a:extLst>
                  <a:ext uri="{FF2B5EF4-FFF2-40B4-BE49-F238E27FC236}">
                    <a16:creationId xmlns:a16="http://schemas.microsoft.com/office/drawing/2014/main" id="{2B95957E-887F-A86D-8950-9BA5FE9A5725}"/>
                  </a:ext>
                </a:extLst>
              </p:cNvPr>
              <p:cNvSpPr txBox="1"/>
              <p:nvPr/>
            </p:nvSpPr>
            <p:spPr>
              <a:xfrm>
                <a:off x="1639685" y="2861057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0.875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211" name="文本框 210">
                <a:extLst>
                  <a:ext uri="{FF2B5EF4-FFF2-40B4-BE49-F238E27FC236}">
                    <a16:creationId xmlns:a16="http://schemas.microsoft.com/office/drawing/2014/main" id="{2B95957E-887F-A86D-8950-9BA5FE9A57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9685" y="2861057"/>
                <a:ext cx="965200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2" name="直接箭头连接符 211">
            <a:extLst>
              <a:ext uri="{FF2B5EF4-FFF2-40B4-BE49-F238E27FC236}">
                <a16:creationId xmlns:a16="http://schemas.microsoft.com/office/drawing/2014/main" id="{81F0A51A-6214-0D83-C76A-8F2255C467CE}"/>
              </a:ext>
            </a:extLst>
          </p:cNvPr>
          <p:cNvCxnSpPr>
            <a:cxnSpLocks/>
            <a:endCxn id="162" idx="2"/>
          </p:cNvCxnSpPr>
          <p:nvPr/>
        </p:nvCxnSpPr>
        <p:spPr>
          <a:xfrm>
            <a:off x="3434851" y="3195139"/>
            <a:ext cx="374079" cy="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3" name="文本框 212">
                <a:extLst>
                  <a:ext uri="{FF2B5EF4-FFF2-40B4-BE49-F238E27FC236}">
                    <a16:creationId xmlns:a16="http://schemas.microsoft.com/office/drawing/2014/main" id="{9ED19DE9-AE1D-19AA-0187-8A4CED3F8087}"/>
                  </a:ext>
                </a:extLst>
              </p:cNvPr>
              <p:cNvSpPr txBox="1"/>
              <p:nvPr/>
            </p:nvSpPr>
            <p:spPr>
              <a:xfrm>
                <a:off x="2872233" y="2845234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0.65625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213" name="文本框 212">
                <a:extLst>
                  <a:ext uri="{FF2B5EF4-FFF2-40B4-BE49-F238E27FC236}">
                    <a16:creationId xmlns:a16="http://schemas.microsoft.com/office/drawing/2014/main" id="{9ED19DE9-AE1D-19AA-0187-8A4CED3F80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2233" y="2845234"/>
                <a:ext cx="965200" cy="3385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4" name="直接箭头连接符 213">
            <a:extLst>
              <a:ext uri="{FF2B5EF4-FFF2-40B4-BE49-F238E27FC236}">
                <a16:creationId xmlns:a16="http://schemas.microsoft.com/office/drawing/2014/main" id="{BA0998EA-8EAE-FB79-18CC-9449A3E422C1}"/>
              </a:ext>
            </a:extLst>
          </p:cNvPr>
          <p:cNvCxnSpPr>
            <a:cxnSpLocks/>
          </p:cNvCxnSpPr>
          <p:nvPr/>
        </p:nvCxnSpPr>
        <p:spPr>
          <a:xfrm>
            <a:off x="4710050" y="3195139"/>
            <a:ext cx="37407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5" name="文本框 214">
                <a:extLst>
                  <a:ext uri="{FF2B5EF4-FFF2-40B4-BE49-F238E27FC236}">
                    <a16:creationId xmlns:a16="http://schemas.microsoft.com/office/drawing/2014/main" id="{49C78198-041B-E748-4E0B-65C1826DE5EE}"/>
                  </a:ext>
                </a:extLst>
              </p:cNvPr>
              <p:cNvSpPr txBox="1"/>
              <p:nvPr/>
            </p:nvSpPr>
            <p:spPr>
              <a:xfrm>
                <a:off x="4133644" y="2854214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0.5625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215" name="文本框 214">
                <a:extLst>
                  <a:ext uri="{FF2B5EF4-FFF2-40B4-BE49-F238E27FC236}">
                    <a16:creationId xmlns:a16="http://schemas.microsoft.com/office/drawing/2014/main" id="{49C78198-041B-E748-4E0B-65C1826DE5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3644" y="2854214"/>
                <a:ext cx="965200" cy="33855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6" name="直接箭头连接符 215">
            <a:extLst>
              <a:ext uri="{FF2B5EF4-FFF2-40B4-BE49-F238E27FC236}">
                <a16:creationId xmlns:a16="http://schemas.microsoft.com/office/drawing/2014/main" id="{1F7ECD66-ADBB-BF28-378A-DF2A86183A7E}"/>
              </a:ext>
            </a:extLst>
          </p:cNvPr>
          <p:cNvCxnSpPr>
            <a:cxnSpLocks/>
            <a:endCxn id="177" idx="2"/>
          </p:cNvCxnSpPr>
          <p:nvPr/>
        </p:nvCxnSpPr>
        <p:spPr>
          <a:xfrm flipV="1">
            <a:off x="5985243" y="3195141"/>
            <a:ext cx="374074" cy="64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7" name="文本框 216">
                <a:extLst>
                  <a:ext uri="{FF2B5EF4-FFF2-40B4-BE49-F238E27FC236}">
                    <a16:creationId xmlns:a16="http://schemas.microsoft.com/office/drawing/2014/main" id="{B9001DD7-DAB9-E3E9-5989-4F1B634714A6}"/>
                  </a:ext>
                </a:extLst>
              </p:cNvPr>
              <p:cNvSpPr txBox="1"/>
              <p:nvPr/>
            </p:nvSpPr>
            <p:spPr>
              <a:xfrm>
                <a:off x="5551713" y="2854214"/>
                <a:ext cx="90111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0.375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217" name="文本框 216">
                <a:extLst>
                  <a:ext uri="{FF2B5EF4-FFF2-40B4-BE49-F238E27FC236}">
                    <a16:creationId xmlns:a16="http://schemas.microsoft.com/office/drawing/2014/main" id="{B9001DD7-DAB9-E3E9-5989-4F1B634714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1713" y="2854214"/>
                <a:ext cx="901118" cy="33855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8" name="直接箭头连接符 217">
            <a:extLst>
              <a:ext uri="{FF2B5EF4-FFF2-40B4-BE49-F238E27FC236}">
                <a16:creationId xmlns:a16="http://schemas.microsoft.com/office/drawing/2014/main" id="{B1308DF0-32FF-A64E-DA71-3F2E7F28C45F}"/>
              </a:ext>
            </a:extLst>
          </p:cNvPr>
          <p:cNvCxnSpPr>
            <a:cxnSpLocks/>
          </p:cNvCxnSpPr>
          <p:nvPr/>
        </p:nvCxnSpPr>
        <p:spPr>
          <a:xfrm>
            <a:off x="7260435" y="3199177"/>
            <a:ext cx="37407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9" name="文本框 218">
                <a:extLst>
                  <a:ext uri="{FF2B5EF4-FFF2-40B4-BE49-F238E27FC236}">
                    <a16:creationId xmlns:a16="http://schemas.microsoft.com/office/drawing/2014/main" id="{81785303-F10E-7DA0-B19D-196E2A5707B0}"/>
                  </a:ext>
                </a:extLst>
              </p:cNvPr>
              <p:cNvSpPr txBox="1"/>
              <p:nvPr/>
            </p:nvSpPr>
            <p:spPr>
              <a:xfrm>
                <a:off x="6699324" y="2845234"/>
                <a:ext cx="10130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−0.3125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219" name="文本框 218">
                <a:extLst>
                  <a:ext uri="{FF2B5EF4-FFF2-40B4-BE49-F238E27FC236}">
                    <a16:creationId xmlns:a16="http://schemas.microsoft.com/office/drawing/2014/main" id="{81785303-F10E-7DA0-B19D-196E2A5707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9324" y="2845234"/>
                <a:ext cx="1013047" cy="33855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0" name="直接箭头连接符 219">
            <a:extLst>
              <a:ext uri="{FF2B5EF4-FFF2-40B4-BE49-F238E27FC236}">
                <a16:creationId xmlns:a16="http://schemas.microsoft.com/office/drawing/2014/main" id="{AFCFD405-A953-9A35-601F-560FEE2A54BF}"/>
              </a:ext>
            </a:extLst>
          </p:cNvPr>
          <p:cNvCxnSpPr>
            <a:cxnSpLocks/>
            <a:endCxn id="191" idx="2"/>
          </p:cNvCxnSpPr>
          <p:nvPr/>
        </p:nvCxnSpPr>
        <p:spPr>
          <a:xfrm>
            <a:off x="8569685" y="3195141"/>
            <a:ext cx="340014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1" name="文本框 220">
                <a:extLst>
                  <a:ext uri="{FF2B5EF4-FFF2-40B4-BE49-F238E27FC236}">
                    <a16:creationId xmlns:a16="http://schemas.microsoft.com/office/drawing/2014/main" id="{2CDAD127-9D6E-6533-5382-B71A92C90A25}"/>
                  </a:ext>
                </a:extLst>
              </p:cNvPr>
              <p:cNvSpPr txBox="1"/>
              <p:nvPr/>
            </p:nvSpPr>
            <p:spPr>
              <a:xfrm>
                <a:off x="8029100" y="2854214"/>
                <a:ext cx="10130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0.1875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221" name="文本框 220">
                <a:extLst>
                  <a:ext uri="{FF2B5EF4-FFF2-40B4-BE49-F238E27FC236}">
                    <a16:creationId xmlns:a16="http://schemas.microsoft.com/office/drawing/2014/main" id="{2CDAD127-9D6E-6533-5382-B71A92C90A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9100" y="2854214"/>
                <a:ext cx="1013047" cy="33855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2" name="直接箭头连接符 221">
            <a:extLst>
              <a:ext uri="{FF2B5EF4-FFF2-40B4-BE49-F238E27FC236}">
                <a16:creationId xmlns:a16="http://schemas.microsoft.com/office/drawing/2014/main" id="{A477AD0F-CC04-FC10-4140-BE7459016520}"/>
              </a:ext>
            </a:extLst>
          </p:cNvPr>
          <p:cNvCxnSpPr>
            <a:cxnSpLocks/>
            <a:endCxn id="197" idx="2"/>
          </p:cNvCxnSpPr>
          <p:nvPr/>
        </p:nvCxnSpPr>
        <p:spPr>
          <a:xfrm flipV="1">
            <a:off x="9810816" y="3195141"/>
            <a:ext cx="374072" cy="403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3" name="文本框 222">
                <a:extLst>
                  <a:ext uri="{FF2B5EF4-FFF2-40B4-BE49-F238E27FC236}">
                    <a16:creationId xmlns:a16="http://schemas.microsoft.com/office/drawing/2014/main" id="{909A9181-50D3-B7DE-04E3-4DB12833FBF8}"/>
                  </a:ext>
                </a:extLst>
              </p:cNvPr>
              <p:cNvSpPr txBox="1"/>
              <p:nvPr/>
            </p:nvSpPr>
            <p:spPr>
              <a:xfrm>
                <a:off x="9340474" y="2860623"/>
                <a:ext cx="10130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−0.125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223" name="文本框 222">
                <a:extLst>
                  <a:ext uri="{FF2B5EF4-FFF2-40B4-BE49-F238E27FC236}">
                    <a16:creationId xmlns:a16="http://schemas.microsoft.com/office/drawing/2014/main" id="{909A9181-50D3-B7DE-04E3-4DB12833FB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40474" y="2860623"/>
                <a:ext cx="1013047" cy="33855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4" name="直接连接符 223">
            <a:extLst>
              <a:ext uri="{FF2B5EF4-FFF2-40B4-BE49-F238E27FC236}">
                <a16:creationId xmlns:a16="http://schemas.microsoft.com/office/drawing/2014/main" id="{22DB55F3-8262-472A-EC03-62FFFDDB75E0}"/>
              </a:ext>
            </a:extLst>
          </p:cNvPr>
          <p:cNvCxnSpPr>
            <a:cxnSpLocks/>
            <a:endCxn id="203" idx="4"/>
          </p:cNvCxnSpPr>
          <p:nvPr/>
        </p:nvCxnSpPr>
        <p:spPr>
          <a:xfrm flipV="1">
            <a:off x="1445576" y="3382177"/>
            <a:ext cx="0" cy="60636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09075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2BAE8E-332D-0597-79A7-FD79F5682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F42581-7A3C-30D4-7986-74DD134EFC7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446933" y="6485156"/>
            <a:ext cx="745067" cy="365125"/>
          </a:xfrm>
        </p:spPr>
        <p:txBody>
          <a:bodyPr/>
          <a:lstStyle/>
          <a:p>
            <a:fld id="{B5356B1E-B159-40D5-AF70-1DC54B0D1CEA}" type="slidenum">
              <a:rPr lang="en-US" altLang="zh-CN" sz="1600" smtClean="0"/>
              <a:pPr/>
              <a:t>5</a:t>
            </a:fld>
            <a:endParaRPr lang="en-US" altLang="zh-CN" sz="160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F87426F-3C1B-982E-DCD4-838D17DC6B85}"/>
              </a:ext>
            </a:extLst>
          </p:cNvPr>
          <p:cNvSpPr/>
          <p:nvPr/>
        </p:nvSpPr>
        <p:spPr>
          <a:xfrm>
            <a:off x="1887435" y="121301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E14A1773-E120-1636-7555-2F502E4A60D9}"/>
              </a:ext>
            </a:extLst>
          </p:cNvPr>
          <p:cNvSpPr/>
          <p:nvPr/>
        </p:nvSpPr>
        <p:spPr>
          <a:xfrm>
            <a:off x="2380758" y="1213015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CA92B768-3ED0-E95C-E9A8-9DB549AC7E41}"/>
              </a:ext>
            </a:extLst>
          </p:cNvPr>
          <p:cNvSpPr/>
          <p:nvPr/>
        </p:nvSpPr>
        <p:spPr>
          <a:xfrm>
            <a:off x="2907808" y="121301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B096369-DD1F-C93A-5505-0B605F41F2FB}"/>
              </a:ext>
            </a:extLst>
          </p:cNvPr>
          <p:cNvSpPr txBox="1"/>
          <p:nvPr/>
        </p:nvSpPr>
        <p:spPr>
          <a:xfrm>
            <a:off x="3448050" y="234950"/>
            <a:ext cx="62745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L11, N = 8 FIR</a:t>
            </a:r>
            <a:r>
              <a:rPr lang="zh-CN" altLang="en-US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滤波器（展开）</a:t>
            </a:r>
          </a:p>
        </p:txBody>
      </p: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8DB04D7F-4AC8-301E-59E1-AAAF90BF80A7}"/>
              </a:ext>
            </a:extLst>
          </p:cNvPr>
          <p:cNvCxnSpPr>
            <a:cxnSpLocks/>
          </p:cNvCxnSpPr>
          <p:nvPr/>
        </p:nvCxnSpPr>
        <p:spPr>
          <a:xfrm>
            <a:off x="3555931" y="1406489"/>
            <a:ext cx="37407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矩形 7">
            <a:extLst>
              <a:ext uri="{FF2B5EF4-FFF2-40B4-BE49-F238E27FC236}">
                <a16:creationId xmlns:a16="http://schemas.microsoft.com/office/drawing/2014/main" id="{10E1930C-D832-D82B-61CE-2669EAB0CF16}"/>
              </a:ext>
            </a:extLst>
          </p:cNvPr>
          <p:cNvSpPr/>
          <p:nvPr/>
        </p:nvSpPr>
        <p:spPr>
          <a:xfrm>
            <a:off x="2006685" y="240173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4398A8C2-DA12-FC65-632B-7F83F3A093C1}"/>
              </a:ext>
            </a:extLst>
          </p:cNvPr>
          <p:cNvCxnSpPr>
            <a:cxnSpLocks/>
            <a:stCxn id="8" idx="3"/>
            <a:endCxn id="20" idx="1"/>
          </p:cNvCxnSpPr>
          <p:nvPr/>
        </p:nvCxnSpPr>
        <p:spPr>
          <a:xfrm>
            <a:off x="2380758" y="2588772"/>
            <a:ext cx="70992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BC44F8F4-B964-0938-FD7A-0BDB06DF23C4}"/>
              </a:ext>
            </a:extLst>
          </p:cNvPr>
          <p:cNvCxnSpPr>
            <a:cxnSpLocks/>
            <a:endCxn id="14" idx="0"/>
          </p:cNvCxnSpPr>
          <p:nvPr/>
        </p:nvCxnSpPr>
        <p:spPr>
          <a:xfrm>
            <a:off x="2720772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椭圆 13">
            <a:extLst>
              <a:ext uri="{FF2B5EF4-FFF2-40B4-BE49-F238E27FC236}">
                <a16:creationId xmlns:a16="http://schemas.microsoft.com/office/drawing/2014/main" id="{948CA6E2-A735-2727-A028-432722EEAFCA}"/>
              </a:ext>
            </a:extLst>
          </p:cNvPr>
          <p:cNvSpPr/>
          <p:nvPr/>
        </p:nvSpPr>
        <p:spPr>
          <a:xfrm>
            <a:off x="2533735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C1987574-6247-A872-BC63-52C58E7448E0}"/>
              </a:ext>
            </a:extLst>
          </p:cNvPr>
          <p:cNvCxnSpPr>
            <a:cxnSpLocks/>
            <a:stCxn id="14" idx="4"/>
            <a:endCxn id="17" idx="0"/>
          </p:cNvCxnSpPr>
          <p:nvPr/>
        </p:nvCxnSpPr>
        <p:spPr>
          <a:xfrm flipH="1">
            <a:off x="2720771" y="3382177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558EFB95-72E5-D660-678B-812192C6F5CA}"/>
              </a:ext>
            </a:extLst>
          </p:cNvPr>
          <p:cNvSpPr/>
          <p:nvPr/>
        </p:nvSpPr>
        <p:spPr>
          <a:xfrm>
            <a:off x="2533734" y="3801508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E3F62908-6DAA-70ED-9317-D7B420A67697}"/>
              </a:ext>
            </a:extLst>
          </p:cNvPr>
          <p:cNvCxnSpPr>
            <a:cxnSpLocks/>
            <a:stCxn id="17" idx="6"/>
            <a:endCxn id="27" idx="2"/>
          </p:cNvCxnSpPr>
          <p:nvPr/>
        </p:nvCxnSpPr>
        <p:spPr>
          <a:xfrm>
            <a:off x="2907807" y="3988545"/>
            <a:ext cx="901122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矩形 19">
            <a:extLst>
              <a:ext uri="{FF2B5EF4-FFF2-40B4-BE49-F238E27FC236}">
                <a16:creationId xmlns:a16="http://schemas.microsoft.com/office/drawing/2014/main" id="{06F4FC99-9C68-0E45-3AEC-05348F1649DA}"/>
              </a:ext>
            </a:extLst>
          </p:cNvPr>
          <p:cNvSpPr/>
          <p:nvPr/>
        </p:nvSpPr>
        <p:spPr>
          <a:xfrm>
            <a:off x="3090683" y="2401735"/>
            <a:ext cx="531206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2D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A4C26E12-A235-91D3-F160-9280F0FEE77A}"/>
              </a:ext>
            </a:extLst>
          </p:cNvPr>
          <p:cNvCxnSpPr>
            <a:cxnSpLocks/>
            <a:stCxn id="20" idx="3"/>
            <a:endCxn id="29" idx="1"/>
          </p:cNvCxnSpPr>
          <p:nvPr/>
        </p:nvCxnSpPr>
        <p:spPr>
          <a:xfrm>
            <a:off x="3621889" y="2588772"/>
            <a:ext cx="93518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2F97CEBC-3BDF-18E2-F4CC-953FF3017980}"/>
              </a:ext>
            </a:extLst>
          </p:cNvPr>
          <p:cNvCxnSpPr>
            <a:cxnSpLocks/>
            <a:endCxn id="24" idx="0"/>
          </p:cNvCxnSpPr>
          <p:nvPr/>
        </p:nvCxnSpPr>
        <p:spPr>
          <a:xfrm>
            <a:off x="3995967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椭圆 23">
            <a:extLst>
              <a:ext uri="{FF2B5EF4-FFF2-40B4-BE49-F238E27FC236}">
                <a16:creationId xmlns:a16="http://schemas.microsoft.com/office/drawing/2014/main" id="{ED4A2A93-6917-1339-2F2C-9BB52355B795}"/>
              </a:ext>
            </a:extLst>
          </p:cNvPr>
          <p:cNvSpPr/>
          <p:nvPr/>
        </p:nvSpPr>
        <p:spPr>
          <a:xfrm>
            <a:off x="3808930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C7978649-D6F9-1184-CA4A-7E0EDC4E0E98}"/>
              </a:ext>
            </a:extLst>
          </p:cNvPr>
          <p:cNvCxnSpPr>
            <a:cxnSpLocks/>
            <a:stCxn id="24" idx="4"/>
            <a:endCxn id="27" idx="0"/>
          </p:cNvCxnSpPr>
          <p:nvPr/>
        </p:nvCxnSpPr>
        <p:spPr>
          <a:xfrm flipH="1">
            <a:off x="3995966" y="3382177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椭圆 26">
            <a:extLst>
              <a:ext uri="{FF2B5EF4-FFF2-40B4-BE49-F238E27FC236}">
                <a16:creationId xmlns:a16="http://schemas.microsoft.com/office/drawing/2014/main" id="{B363A9D8-3A03-5AB4-9505-0931E1DED36F}"/>
              </a:ext>
            </a:extLst>
          </p:cNvPr>
          <p:cNvSpPr/>
          <p:nvPr/>
        </p:nvSpPr>
        <p:spPr>
          <a:xfrm>
            <a:off x="3808929" y="3801508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8" name="直接箭头连接符 27">
            <a:extLst>
              <a:ext uri="{FF2B5EF4-FFF2-40B4-BE49-F238E27FC236}">
                <a16:creationId xmlns:a16="http://schemas.microsoft.com/office/drawing/2014/main" id="{F46CD5F2-8118-6A55-D871-F6C90069E766}"/>
              </a:ext>
            </a:extLst>
          </p:cNvPr>
          <p:cNvCxnSpPr>
            <a:cxnSpLocks/>
            <a:stCxn id="27" idx="6"/>
            <a:endCxn id="34" idx="2"/>
          </p:cNvCxnSpPr>
          <p:nvPr/>
        </p:nvCxnSpPr>
        <p:spPr>
          <a:xfrm>
            <a:off x="4183002" y="3988545"/>
            <a:ext cx="90112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矩形 28">
            <a:extLst>
              <a:ext uri="{FF2B5EF4-FFF2-40B4-BE49-F238E27FC236}">
                <a16:creationId xmlns:a16="http://schemas.microsoft.com/office/drawing/2014/main" id="{0F78B748-1E46-9B55-3485-B7DA53BCA6C2}"/>
              </a:ext>
            </a:extLst>
          </p:cNvPr>
          <p:cNvSpPr/>
          <p:nvPr/>
        </p:nvSpPr>
        <p:spPr>
          <a:xfrm>
            <a:off x="4557074" y="240173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319E3035-6A0E-4647-7E3E-E82B6502541A}"/>
              </a:ext>
            </a:extLst>
          </p:cNvPr>
          <p:cNvCxnSpPr>
            <a:cxnSpLocks/>
            <a:stCxn id="29" idx="3"/>
            <a:endCxn id="36" idx="1"/>
          </p:cNvCxnSpPr>
          <p:nvPr/>
        </p:nvCxnSpPr>
        <p:spPr>
          <a:xfrm>
            <a:off x="4931147" y="2588772"/>
            <a:ext cx="71408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25D0F49A-7BC2-FD04-D295-776C1352AC33}"/>
              </a:ext>
            </a:extLst>
          </p:cNvPr>
          <p:cNvCxnSpPr>
            <a:cxnSpLocks/>
            <a:endCxn id="32" idx="0"/>
          </p:cNvCxnSpPr>
          <p:nvPr/>
        </p:nvCxnSpPr>
        <p:spPr>
          <a:xfrm>
            <a:off x="5271161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椭圆 31">
            <a:extLst>
              <a:ext uri="{FF2B5EF4-FFF2-40B4-BE49-F238E27FC236}">
                <a16:creationId xmlns:a16="http://schemas.microsoft.com/office/drawing/2014/main" id="{3DDCCE12-3D58-1F00-BA30-844116A830C7}"/>
              </a:ext>
            </a:extLst>
          </p:cNvPr>
          <p:cNvSpPr/>
          <p:nvPr/>
        </p:nvSpPr>
        <p:spPr>
          <a:xfrm>
            <a:off x="5084124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024AEECA-5E51-A4CA-6948-24FB987029E3}"/>
              </a:ext>
            </a:extLst>
          </p:cNvPr>
          <p:cNvCxnSpPr>
            <a:cxnSpLocks/>
            <a:stCxn id="32" idx="4"/>
            <a:endCxn id="34" idx="0"/>
          </p:cNvCxnSpPr>
          <p:nvPr/>
        </p:nvCxnSpPr>
        <p:spPr>
          <a:xfrm flipH="1">
            <a:off x="5271160" y="3382177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椭圆 33">
            <a:extLst>
              <a:ext uri="{FF2B5EF4-FFF2-40B4-BE49-F238E27FC236}">
                <a16:creationId xmlns:a16="http://schemas.microsoft.com/office/drawing/2014/main" id="{3F684E56-DF6A-9C6B-100B-462944E34E04}"/>
              </a:ext>
            </a:extLst>
          </p:cNvPr>
          <p:cNvSpPr/>
          <p:nvPr/>
        </p:nvSpPr>
        <p:spPr>
          <a:xfrm>
            <a:off x="5084123" y="3801508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04EB82E4-8DC2-2484-552F-EBD42F905EC6}"/>
              </a:ext>
            </a:extLst>
          </p:cNvPr>
          <p:cNvCxnSpPr>
            <a:cxnSpLocks/>
            <a:stCxn id="34" idx="6"/>
            <a:endCxn id="41" idx="2"/>
          </p:cNvCxnSpPr>
          <p:nvPr/>
        </p:nvCxnSpPr>
        <p:spPr>
          <a:xfrm>
            <a:off x="5458196" y="3988545"/>
            <a:ext cx="90112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 35">
            <a:extLst>
              <a:ext uri="{FF2B5EF4-FFF2-40B4-BE49-F238E27FC236}">
                <a16:creationId xmlns:a16="http://schemas.microsoft.com/office/drawing/2014/main" id="{C366A3A9-63AC-66F1-E65B-B35E95D928AB}"/>
              </a:ext>
            </a:extLst>
          </p:cNvPr>
          <p:cNvSpPr/>
          <p:nvPr/>
        </p:nvSpPr>
        <p:spPr>
          <a:xfrm>
            <a:off x="5645236" y="2401735"/>
            <a:ext cx="561095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2D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0DB0181F-2C9A-26B8-80EC-71553E60FAE2}"/>
              </a:ext>
            </a:extLst>
          </p:cNvPr>
          <p:cNvCxnSpPr>
            <a:cxnSpLocks/>
            <a:stCxn id="36" idx="3"/>
            <a:endCxn id="43" idx="1"/>
          </p:cNvCxnSpPr>
          <p:nvPr/>
        </p:nvCxnSpPr>
        <p:spPr>
          <a:xfrm>
            <a:off x="6206331" y="2588772"/>
            <a:ext cx="90112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0C134CD1-F291-8E0B-2ED8-0C699E94A649}"/>
              </a:ext>
            </a:extLst>
          </p:cNvPr>
          <p:cNvCxnSpPr>
            <a:cxnSpLocks/>
            <a:endCxn id="39" idx="0"/>
          </p:cNvCxnSpPr>
          <p:nvPr/>
        </p:nvCxnSpPr>
        <p:spPr>
          <a:xfrm>
            <a:off x="6546354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椭圆 38">
            <a:extLst>
              <a:ext uri="{FF2B5EF4-FFF2-40B4-BE49-F238E27FC236}">
                <a16:creationId xmlns:a16="http://schemas.microsoft.com/office/drawing/2014/main" id="{7B4F10AF-B89A-CEBA-908E-EBA563F2B7C7}"/>
              </a:ext>
            </a:extLst>
          </p:cNvPr>
          <p:cNvSpPr/>
          <p:nvPr/>
        </p:nvSpPr>
        <p:spPr>
          <a:xfrm>
            <a:off x="6359317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477C8236-5EF5-C459-DD52-0BD0215FCC82}"/>
              </a:ext>
            </a:extLst>
          </p:cNvPr>
          <p:cNvCxnSpPr>
            <a:cxnSpLocks/>
            <a:stCxn id="39" idx="4"/>
            <a:endCxn id="41" idx="0"/>
          </p:cNvCxnSpPr>
          <p:nvPr/>
        </p:nvCxnSpPr>
        <p:spPr>
          <a:xfrm flipH="1">
            <a:off x="6546353" y="3382177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椭圆 40">
            <a:extLst>
              <a:ext uri="{FF2B5EF4-FFF2-40B4-BE49-F238E27FC236}">
                <a16:creationId xmlns:a16="http://schemas.microsoft.com/office/drawing/2014/main" id="{E6E554D3-4EDD-F711-A5DA-73825EC8E955}"/>
              </a:ext>
            </a:extLst>
          </p:cNvPr>
          <p:cNvSpPr/>
          <p:nvPr/>
        </p:nvSpPr>
        <p:spPr>
          <a:xfrm>
            <a:off x="6359316" y="3801508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72803042-EE50-FB1F-3502-6D288A475BC6}"/>
              </a:ext>
            </a:extLst>
          </p:cNvPr>
          <p:cNvCxnSpPr>
            <a:cxnSpLocks/>
            <a:stCxn id="41" idx="6"/>
            <a:endCxn id="55" idx="2"/>
          </p:cNvCxnSpPr>
          <p:nvPr/>
        </p:nvCxnSpPr>
        <p:spPr>
          <a:xfrm>
            <a:off x="6733389" y="3988545"/>
            <a:ext cx="90111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A6DD2FB0-9AD9-47F4-77BC-0A7EE86556C0}"/>
              </a:ext>
            </a:extLst>
          </p:cNvPr>
          <p:cNvSpPr/>
          <p:nvPr/>
        </p:nvSpPr>
        <p:spPr>
          <a:xfrm>
            <a:off x="7107459" y="240173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FC09DFBC-DB50-217D-4CFD-6DFF1D749B09}"/>
              </a:ext>
            </a:extLst>
          </p:cNvPr>
          <p:cNvCxnSpPr>
            <a:cxnSpLocks/>
            <a:stCxn id="43" idx="3"/>
            <a:endCxn id="57" idx="1"/>
          </p:cNvCxnSpPr>
          <p:nvPr/>
        </p:nvCxnSpPr>
        <p:spPr>
          <a:xfrm>
            <a:off x="7481532" y="2588772"/>
            <a:ext cx="71408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箭头连接符 44">
            <a:extLst>
              <a:ext uri="{FF2B5EF4-FFF2-40B4-BE49-F238E27FC236}">
                <a16:creationId xmlns:a16="http://schemas.microsoft.com/office/drawing/2014/main" id="{39860186-F565-2097-5804-1C6EF58BE9BA}"/>
              </a:ext>
            </a:extLst>
          </p:cNvPr>
          <p:cNvCxnSpPr>
            <a:cxnSpLocks/>
            <a:endCxn id="53" idx="0"/>
          </p:cNvCxnSpPr>
          <p:nvPr/>
        </p:nvCxnSpPr>
        <p:spPr>
          <a:xfrm>
            <a:off x="7821546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椭圆 52">
            <a:extLst>
              <a:ext uri="{FF2B5EF4-FFF2-40B4-BE49-F238E27FC236}">
                <a16:creationId xmlns:a16="http://schemas.microsoft.com/office/drawing/2014/main" id="{5587011A-BB42-B457-CF61-61300F5E35CB}"/>
              </a:ext>
            </a:extLst>
          </p:cNvPr>
          <p:cNvSpPr/>
          <p:nvPr/>
        </p:nvSpPr>
        <p:spPr>
          <a:xfrm>
            <a:off x="7634509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25C5DA8B-CA00-62AB-D0B0-3ECA8306365B}"/>
              </a:ext>
            </a:extLst>
          </p:cNvPr>
          <p:cNvCxnSpPr>
            <a:cxnSpLocks/>
            <a:stCxn id="53" idx="4"/>
            <a:endCxn id="55" idx="0"/>
          </p:cNvCxnSpPr>
          <p:nvPr/>
        </p:nvCxnSpPr>
        <p:spPr>
          <a:xfrm flipH="1">
            <a:off x="7821545" y="3382177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椭圆 54">
            <a:extLst>
              <a:ext uri="{FF2B5EF4-FFF2-40B4-BE49-F238E27FC236}">
                <a16:creationId xmlns:a16="http://schemas.microsoft.com/office/drawing/2014/main" id="{A33A7140-6C2B-A4CC-CB8C-BB8ABA664FEB}"/>
              </a:ext>
            </a:extLst>
          </p:cNvPr>
          <p:cNvSpPr/>
          <p:nvPr/>
        </p:nvSpPr>
        <p:spPr>
          <a:xfrm>
            <a:off x="7634508" y="3801508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643388F7-308B-B7A7-07B3-95279E9A7BCB}"/>
              </a:ext>
            </a:extLst>
          </p:cNvPr>
          <p:cNvCxnSpPr>
            <a:cxnSpLocks/>
            <a:stCxn id="55" idx="6"/>
            <a:endCxn id="69" idx="2"/>
          </p:cNvCxnSpPr>
          <p:nvPr/>
        </p:nvCxnSpPr>
        <p:spPr>
          <a:xfrm>
            <a:off x="8008581" y="3988545"/>
            <a:ext cx="901117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矩形 56">
            <a:extLst>
              <a:ext uri="{FF2B5EF4-FFF2-40B4-BE49-F238E27FC236}">
                <a16:creationId xmlns:a16="http://schemas.microsoft.com/office/drawing/2014/main" id="{8F8EA91F-C608-DA72-F354-B5CE0504683C}"/>
              </a:ext>
            </a:extLst>
          </p:cNvPr>
          <p:cNvSpPr/>
          <p:nvPr/>
        </p:nvSpPr>
        <p:spPr>
          <a:xfrm>
            <a:off x="8195621" y="2401735"/>
            <a:ext cx="561102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2D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58" name="直接箭头连接符 57">
            <a:extLst>
              <a:ext uri="{FF2B5EF4-FFF2-40B4-BE49-F238E27FC236}">
                <a16:creationId xmlns:a16="http://schemas.microsoft.com/office/drawing/2014/main" id="{5BD98F03-A10E-D3F0-95AE-ABF008537DE1}"/>
              </a:ext>
            </a:extLst>
          </p:cNvPr>
          <p:cNvCxnSpPr>
            <a:cxnSpLocks/>
            <a:stCxn id="57" idx="3"/>
            <a:endCxn id="71" idx="1"/>
          </p:cNvCxnSpPr>
          <p:nvPr/>
        </p:nvCxnSpPr>
        <p:spPr>
          <a:xfrm>
            <a:off x="8756723" y="2588772"/>
            <a:ext cx="90111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FF7D5710-AD1A-2ABE-7BE5-6971F3A819DC}"/>
              </a:ext>
            </a:extLst>
          </p:cNvPr>
          <p:cNvCxnSpPr>
            <a:cxnSpLocks/>
            <a:endCxn id="60" idx="0"/>
          </p:cNvCxnSpPr>
          <p:nvPr/>
        </p:nvCxnSpPr>
        <p:spPr>
          <a:xfrm>
            <a:off x="9096736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椭圆 59">
            <a:extLst>
              <a:ext uri="{FF2B5EF4-FFF2-40B4-BE49-F238E27FC236}">
                <a16:creationId xmlns:a16="http://schemas.microsoft.com/office/drawing/2014/main" id="{73971540-5AC7-0A78-3966-99D0D3ADB558}"/>
              </a:ext>
            </a:extLst>
          </p:cNvPr>
          <p:cNvSpPr/>
          <p:nvPr/>
        </p:nvSpPr>
        <p:spPr>
          <a:xfrm>
            <a:off x="8909699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90208642-0881-6015-3162-C8422152F6A2}"/>
              </a:ext>
            </a:extLst>
          </p:cNvPr>
          <p:cNvCxnSpPr>
            <a:cxnSpLocks/>
            <a:stCxn id="60" idx="4"/>
            <a:endCxn id="69" idx="0"/>
          </p:cNvCxnSpPr>
          <p:nvPr/>
        </p:nvCxnSpPr>
        <p:spPr>
          <a:xfrm flipH="1">
            <a:off x="9096735" y="3382177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椭圆 68">
            <a:extLst>
              <a:ext uri="{FF2B5EF4-FFF2-40B4-BE49-F238E27FC236}">
                <a16:creationId xmlns:a16="http://schemas.microsoft.com/office/drawing/2014/main" id="{EFA5C41B-847C-17F4-4F88-F5020C2E8D5D}"/>
              </a:ext>
            </a:extLst>
          </p:cNvPr>
          <p:cNvSpPr/>
          <p:nvPr/>
        </p:nvSpPr>
        <p:spPr>
          <a:xfrm>
            <a:off x="8909698" y="3801508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70" name="直接箭头连接符 69">
            <a:extLst>
              <a:ext uri="{FF2B5EF4-FFF2-40B4-BE49-F238E27FC236}">
                <a16:creationId xmlns:a16="http://schemas.microsoft.com/office/drawing/2014/main" id="{DDCAEF9B-415C-BF95-DFEB-55981C0864FC}"/>
              </a:ext>
            </a:extLst>
          </p:cNvPr>
          <p:cNvCxnSpPr>
            <a:cxnSpLocks/>
            <a:stCxn id="69" idx="6"/>
            <a:endCxn id="89" idx="2"/>
          </p:cNvCxnSpPr>
          <p:nvPr/>
        </p:nvCxnSpPr>
        <p:spPr>
          <a:xfrm>
            <a:off x="9283771" y="3988545"/>
            <a:ext cx="901116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矩形 70">
            <a:extLst>
              <a:ext uri="{FF2B5EF4-FFF2-40B4-BE49-F238E27FC236}">
                <a16:creationId xmlns:a16="http://schemas.microsoft.com/office/drawing/2014/main" id="{33C3B4E7-5655-C24C-5FB7-07F86D659739}"/>
              </a:ext>
            </a:extLst>
          </p:cNvPr>
          <p:cNvSpPr/>
          <p:nvPr/>
        </p:nvSpPr>
        <p:spPr>
          <a:xfrm>
            <a:off x="9657838" y="240173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79" name="直接箭头连接符 78">
            <a:extLst>
              <a:ext uri="{FF2B5EF4-FFF2-40B4-BE49-F238E27FC236}">
                <a16:creationId xmlns:a16="http://schemas.microsoft.com/office/drawing/2014/main" id="{5A0D0EC1-46E5-8493-8751-958E0534BDF1}"/>
              </a:ext>
            </a:extLst>
          </p:cNvPr>
          <p:cNvCxnSpPr>
            <a:cxnSpLocks/>
            <a:endCxn id="80" idx="0"/>
          </p:cNvCxnSpPr>
          <p:nvPr/>
        </p:nvCxnSpPr>
        <p:spPr>
          <a:xfrm>
            <a:off x="10371925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椭圆 79">
            <a:extLst>
              <a:ext uri="{FF2B5EF4-FFF2-40B4-BE49-F238E27FC236}">
                <a16:creationId xmlns:a16="http://schemas.microsoft.com/office/drawing/2014/main" id="{6D7C1248-57B0-0404-98AB-3587330A2FFD}"/>
              </a:ext>
            </a:extLst>
          </p:cNvPr>
          <p:cNvSpPr/>
          <p:nvPr/>
        </p:nvSpPr>
        <p:spPr>
          <a:xfrm>
            <a:off x="10184888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8" name="直接箭头连接符 87">
            <a:extLst>
              <a:ext uri="{FF2B5EF4-FFF2-40B4-BE49-F238E27FC236}">
                <a16:creationId xmlns:a16="http://schemas.microsoft.com/office/drawing/2014/main" id="{C0BEBE17-F7C0-BC30-B725-6D76EA9F3BCC}"/>
              </a:ext>
            </a:extLst>
          </p:cNvPr>
          <p:cNvCxnSpPr>
            <a:cxnSpLocks/>
            <a:stCxn id="80" idx="4"/>
            <a:endCxn id="89" idx="0"/>
          </p:cNvCxnSpPr>
          <p:nvPr/>
        </p:nvCxnSpPr>
        <p:spPr>
          <a:xfrm flipH="1">
            <a:off x="10371924" y="3382177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椭圆 88">
            <a:extLst>
              <a:ext uri="{FF2B5EF4-FFF2-40B4-BE49-F238E27FC236}">
                <a16:creationId xmlns:a16="http://schemas.microsoft.com/office/drawing/2014/main" id="{F7A8AEE1-1411-273D-52A5-DACA5F262036}"/>
              </a:ext>
            </a:extLst>
          </p:cNvPr>
          <p:cNvSpPr/>
          <p:nvPr/>
        </p:nvSpPr>
        <p:spPr>
          <a:xfrm>
            <a:off x="10184887" y="3801508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7" name="直接箭头连接符 96">
            <a:extLst>
              <a:ext uri="{FF2B5EF4-FFF2-40B4-BE49-F238E27FC236}">
                <a16:creationId xmlns:a16="http://schemas.microsoft.com/office/drawing/2014/main" id="{E324DBB9-92B6-FD7D-DD0C-E4DC3B993F20}"/>
              </a:ext>
            </a:extLst>
          </p:cNvPr>
          <p:cNvCxnSpPr>
            <a:cxnSpLocks/>
            <a:stCxn id="89" idx="6"/>
          </p:cNvCxnSpPr>
          <p:nvPr/>
        </p:nvCxnSpPr>
        <p:spPr>
          <a:xfrm>
            <a:off x="10558960" y="3988545"/>
            <a:ext cx="901122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直接箭头连接符 97">
            <a:extLst>
              <a:ext uri="{FF2B5EF4-FFF2-40B4-BE49-F238E27FC236}">
                <a16:creationId xmlns:a16="http://schemas.microsoft.com/office/drawing/2014/main" id="{CCA4424F-CEBA-6D24-4493-481D166EFB3D}"/>
              </a:ext>
            </a:extLst>
          </p:cNvPr>
          <p:cNvCxnSpPr>
            <a:cxnSpLocks/>
            <a:endCxn id="8" idx="1"/>
          </p:cNvCxnSpPr>
          <p:nvPr/>
        </p:nvCxnSpPr>
        <p:spPr>
          <a:xfrm>
            <a:off x="1105562" y="2588772"/>
            <a:ext cx="90112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直接箭头连接符 99">
            <a:extLst>
              <a:ext uri="{FF2B5EF4-FFF2-40B4-BE49-F238E27FC236}">
                <a16:creationId xmlns:a16="http://schemas.microsoft.com/office/drawing/2014/main" id="{30BC0CFD-F2DA-D11A-A8D8-7433B7111417}"/>
              </a:ext>
            </a:extLst>
          </p:cNvPr>
          <p:cNvCxnSpPr>
            <a:cxnSpLocks/>
            <a:endCxn id="106" idx="0"/>
          </p:cNvCxnSpPr>
          <p:nvPr/>
        </p:nvCxnSpPr>
        <p:spPr>
          <a:xfrm>
            <a:off x="1445576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椭圆 105">
            <a:extLst>
              <a:ext uri="{FF2B5EF4-FFF2-40B4-BE49-F238E27FC236}">
                <a16:creationId xmlns:a16="http://schemas.microsoft.com/office/drawing/2014/main" id="{F9A564E9-DFFD-3F83-4029-F63FE55E998A}"/>
              </a:ext>
            </a:extLst>
          </p:cNvPr>
          <p:cNvSpPr/>
          <p:nvPr/>
        </p:nvSpPr>
        <p:spPr>
          <a:xfrm>
            <a:off x="1258539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07" name="直接箭头连接符 106">
            <a:extLst>
              <a:ext uri="{FF2B5EF4-FFF2-40B4-BE49-F238E27FC236}">
                <a16:creationId xmlns:a16="http://schemas.microsoft.com/office/drawing/2014/main" id="{FC8EEA57-8644-0DFE-38D2-489C6B5FDD23}"/>
              </a:ext>
            </a:extLst>
          </p:cNvPr>
          <p:cNvCxnSpPr>
            <a:cxnSpLocks/>
            <a:endCxn id="17" idx="2"/>
          </p:cNvCxnSpPr>
          <p:nvPr/>
        </p:nvCxnSpPr>
        <p:spPr>
          <a:xfrm>
            <a:off x="1445575" y="3988545"/>
            <a:ext cx="108815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文本框 107">
                <a:extLst>
                  <a:ext uri="{FF2B5EF4-FFF2-40B4-BE49-F238E27FC236}">
                    <a16:creationId xmlns:a16="http://schemas.microsoft.com/office/drawing/2014/main" id="{CFE5316A-F3CC-F971-B30E-7A4D974E57F7}"/>
                  </a:ext>
                </a:extLst>
              </p:cNvPr>
              <p:cNvSpPr txBox="1"/>
              <p:nvPr/>
            </p:nvSpPr>
            <p:spPr>
              <a:xfrm>
                <a:off x="416099" y="2375698"/>
                <a:ext cx="74892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altLang="zh-CN" sz="2000" dirty="0"/>
              </a:p>
            </p:txBody>
          </p:sp>
        </mc:Choice>
        <mc:Fallback xmlns="">
          <p:sp>
            <p:nvSpPr>
              <p:cNvPr id="108" name="文本框 107">
                <a:extLst>
                  <a:ext uri="{FF2B5EF4-FFF2-40B4-BE49-F238E27FC236}">
                    <a16:creationId xmlns:a16="http://schemas.microsoft.com/office/drawing/2014/main" id="{CFE5316A-F3CC-F971-B30E-7A4D974E57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099" y="2375698"/>
                <a:ext cx="748923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5" name="文本框 114">
                <a:extLst>
                  <a:ext uri="{FF2B5EF4-FFF2-40B4-BE49-F238E27FC236}">
                    <a16:creationId xmlns:a16="http://schemas.microsoft.com/office/drawing/2014/main" id="{5DFC5904-D0C8-564F-EFA2-1E88A6CAF7A3}"/>
                  </a:ext>
                </a:extLst>
              </p:cNvPr>
              <p:cNvSpPr txBox="1"/>
              <p:nvPr/>
            </p:nvSpPr>
            <p:spPr>
              <a:xfrm>
                <a:off x="11382215" y="3775471"/>
                <a:ext cx="73520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altLang="zh-CN" sz="2000" dirty="0"/>
              </a:p>
            </p:txBody>
          </p:sp>
        </mc:Choice>
        <mc:Fallback xmlns="">
          <p:sp>
            <p:nvSpPr>
              <p:cNvPr id="115" name="文本框 114">
                <a:extLst>
                  <a:ext uri="{FF2B5EF4-FFF2-40B4-BE49-F238E27FC236}">
                    <a16:creationId xmlns:a16="http://schemas.microsoft.com/office/drawing/2014/main" id="{5DFC5904-D0C8-564F-EFA2-1E88A6CAF7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82215" y="3775471"/>
                <a:ext cx="735201" cy="400110"/>
              </a:xfrm>
              <a:prstGeom prst="rect">
                <a:avLst/>
              </a:prstGeom>
              <a:blipFill>
                <a:blip r:embed="rId4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6" name="直接连接符 115">
            <a:extLst>
              <a:ext uri="{FF2B5EF4-FFF2-40B4-BE49-F238E27FC236}">
                <a16:creationId xmlns:a16="http://schemas.microsoft.com/office/drawing/2014/main" id="{58DC175C-3C50-27AD-EE7D-9D5E80D75DBF}"/>
              </a:ext>
            </a:extLst>
          </p:cNvPr>
          <p:cNvCxnSpPr>
            <a:cxnSpLocks/>
            <a:stCxn id="71" idx="3"/>
          </p:cNvCxnSpPr>
          <p:nvPr/>
        </p:nvCxnSpPr>
        <p:spPr>
          <a:xfrm flipV="1">
            <a:off x="10031911" y="2588771"/>
            <a:ext cx="340012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直接箭头连接符 118">
            <a:extLst>
              <a:ext uri="{FF2B5EF4-FFF2-40B4-BE49-F238E27FC236}">
                <a16:creationId xmlns:a16="http://schemas.microsoft.com/office/drawing/2014/main" id="{4E8846A8-2248-4FC7-CAB6-CF01174D19FF}"/>
              </a:ext>
            </a:extLst>
          </p:cNvPr>
          <p:cNvCxnSpPr>
            <a:cxnSpLocks/>
            <a:endCxn id="106" idx="2"/>
          </p:cNvCxnSpPr>
          <p:nvPr/>
        </p:nvCxnSpPr>
        <p:spPr>
          <a:xfrm>
            <a:off x="905933" y="3195141"/>
            <a:ext cx="352606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1" name="文本框 120">
                <a:extLst>
                  <a:ext uri="{FF2B5EF4-FFF2-40B4-BE49-F238E27FC236}">
                    <a16:creationId xmlns:a16="http://schemas.microsoft.com/office/drawing/2014/main" id="{5F85C6DC-B2FF-ABD8-5425-7C7CD9FFACD0}"/>
                  </a:ext>
                </a:extLst>
              </p:cNvPr>
              <p:cNvSpPr txBox="1"/>
              <p:nvPr/>
            </p:nvSpPr>
            <p:spPr>
              <a:xfrm>
                <a:off x="246578" y="2848562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0.96875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21" name="文本框 120">
                <a:extLst>
                  <a:ext uri="{FF2B5EF4-FFF2-40B4-BE49-F238E27FC236}">
                    <a16:creationId xmlns:a16="http://schemas.microsoft.com/office/drawing/2014/main" id="{5F85C6DC-B2FF-ABD8-5425-7C7CD9FFAC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578" y="2848562"/>
                <a:ext cx="965200" cy="3385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2" name="直接箭头连接符 121">
            <a:extLst>
              <a:ext uri="{FF2B5EF4-FFF2-40B4-BE49-F238E27FC236}">
                <a16:creationId xmlns:a16="http://schemas.microsoft.com/office/drawing/2014/main" id="{6A56D238-DC50-41BF-2B79-A130D83E90B1}"/>
              </a:ext>
            </a:extLst>
          </p:cNvPr>
          <p:cNvCxnSpPr>
            <a:cxnSpLocks/>
            <a:endCxn id="14" idx="2"/>
          </p:cNvCxnSpPr>
          <p:nvPr/>
        </p:nvCxnSpPr>
        <p:spPr>
          <a:xfrm>
            <a:off x="2261508" y="3195141"/>
            <a:ext cx="272227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文本框 122">
                <a:extLst>
                  <a:ext uri="{FF2B5EF4-FFF2-40B4-BE49-F238E27FC236}">
                    <a16:creationId xmlns:a16="http://schemas.microsoft.com/office/drawing/2014/main" id="{B67BA67B-1038-ADEE-04CC-BD83C8114B14}"/>
                  </a:ext>
                </a:extLst>
              </p:cNvPr>
              <p:cNvSpPr txBox="1"/>
              <p:nvPr/>
            </p:nvSpPr>
            <p:spPr>
              <a:xfrm>
                <a:off x="1639685" y="2861057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0.875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23" name="文本框 122">
                <a:extLst>
                  <a:ext uri="{FF2B5EF4-FFF2-40B4-BE49-F238E27FC236}">
                    <a16:creationId xmlns:a16="http://schemas.microsoft.com/office/drawing/2014/main" id="{B67BA67B-1038-ADEE-04CC-BD83C8114B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9685" y="2861057"/>
                <a:ext cx="965200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5" name="直接箭头连接符 124">
            <a:extLst>
              <a:ext uri="{FF2B5EF4-FFF2-40B4-BE49-F238E27FC236}">
                <a16:creationId xmlns:a16="http://schemas.microsoft.com/office/drawing/2014/main" id="{91FB620E-EF5F-F36B-4E1B-CA388CFB4974}"/>
              </a:ext>
            </a:extLst>
          </p:cNvPr>
          <p:cNvCxnSpPr>
            <a:cxnSpLocks/>
            <a:endCxn id="24" idx="2"/>
          </p:cNvCxnSpPr>
          <p:nvPr/>
        </p:nvCxnSpPr>
        <p:spPr>
          <a:xfrm>
            <a:off x="3434851" y="3195139"/>
            <a:ext cx="374079" cy="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6" name="文本框 125">
                <a:extLst>
                  <a:ext uri="{FF2B5EF4-FFF2-40B4-BE49-F238E27FC236}">
                    <a16:creationId xmlns:a16="http://schemas.microsoft.com/office/drawing/2014/main" id="{E8B68F84-BD4C-A961-C2CC-0A23EA8DD6B7}"/>
                  </a:ext>
                </a:extLst>
              </p:cNvPr>
              <p:cNvSpPr txBox="1"/>
              <p:nvPr/>
            </p:nvSpPr>
            <p:spPr>
              <a:xfrm>
                <a:off x="2872233" y="2845234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0.65625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26" name="文本框 125">
                <a:extLst>
                  <a:ext uri="{FF2B5EF4-FFF2-40B4-BE49-F238E27FC236}">
                    <a16:creationId xmlns:a16="http://schemas.microsoft.com/office/drawing/2014/main" id="{E8B68F84-BD4C-A961-C2CC-0A23EA8DD6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2233" y="2845234"/>
                <a:ext cx="965200" cy="3385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9" name="直接箭头连接符 128">
            <a:extLst>
              <a:ext uri="{FF2B5EF4-FFF2-40B4-BE49-F238E27FC236}">
                <a16:creationId xmlns:a16="http://schemas.microsoft.com/office/drawing/2014/main" id="{5608E665-78B4-511A-55F1-3D2218D17D29}"/>
              </a:ext>
            </a:extLst>
          </p:cNvPr>
          <p:cNvCxnSpPr>
            <a:cxnSpLocks/>
          </p:cNvCxnSpPr>
          <p:nvPr/>
        </p:nvCxnSpPr>
        <p:spPr>
          <a:xfrm>
            <a:off x="4710050" y="3195139"/>
            <a:ext cx="37407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文本框 129">
                <a:extLst>
                  <a:ext uri="{FF2B5EF4-FFF2-40B4-BE49-F238E27FC236}">
                    <a16:creationId xmlns:a16="http://schemas.microsoft.com/office/drawing/2014/main" id="{2943CDAF-B7A7-2D05-66DF-CD8F9107358D}"/>
                  </a:ext>
                </a:extLst>
              </p:cNvPr>
              <p:cNvSpPr txBox="1"/>
              <p:nvPr/>
            </p:nvSpPr>
            <p:spPr>
              <a:xfrm>
                <a:off x="4133644" y="2854214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0.5625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30" name="文本框 129">
                <a:extLst>
                  <a:ext uri="{FF2B5EF4-FFF2-40B4-BE49-F238E27FC236}">
                    <a16:creationId xmlns:a16="http://schemas.microsoft.com/office/drawing/2014/main" id="{2943CDAF-B7A7-2D05-66DF-CD8F910735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3644" y="2854214"/>
                <a:ext cx="965200" cy="33855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3" name="直接箭头连接符 132">
            <a:extLst>
              <a:ext uri="{FF2B5EF4-FFF2-40B4-BE49-F238E27FC236}">
                <a16:creationId xmlns:a16="http://schemas.microsoft.com/office/drawing/2014/main" id="{D0CA9197-2812-8779-DFC9-E59D2DD5CC02}"/>
              </a:ext>
            </a:extLst>
          </p:cNvPr>
          <p:cNvCxnSpPr>
            <a:cxnSpLocks/>
            <a:endCxn id="39" idx="2"/>
          </p:cNvCxnSpPr>
          <p:nvPr/>
        </p:nvCxnSpPr>
        <p:spPr>
          <a:xfrm flipV="1">
            <a:off x="5985243" y="3195141"/>
            <a:ext cx="374074" cy="64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4" name="文本框 133">
                <a:extLst>
                  <a:ext uri="{FF2B5EF4-FFF2-40B4-BE49-F238E27FC236}">
                    <a16:creationId xmlns:a16="http://schemas.microsoft.com/office/drawing/2014/main" id="{9D8DB990-3E99-D97D-859E-3C8D0CBC35C9}"/>
                  </a:ext>
                </a:extLst>
              </p:cNvPr>
              <p:cNvSpPr txBox="1"/>
              <p:nvPr/>
            </p:nvSpPr>
            <p:spPr>
              <a:xfrm>
                <a:off x="5551713" y="2854214"/>
                <a:ext cx="90111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0.375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34" name="文本框 133">
                <a:extLst>
                  <a:ext uri="{FF2B5EF4-FFF2-40B4-BE49-F238E27FC236}">
                    <a16:creationId xmlns:a16="http://schemas.microsoft.com/office/drawing/2014/main" id="{9D8DB990-3E99-D97D-859E-3C8D0CBC35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1713" y="2854214"/>
                <a:ext cx="901118" cy="33855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9" name="直接箭头连接符 138">
            <a:extLst>
              <a:ext uri="{FF2B5EF4-FFF2-40B4-BE49-F238E27FC236}">
                <a16:creationId xmlns:a16="http://schemas.microsoft.com/office/drawing/2014/main" id="{84EDAA2D-69A2-5032-4BA5-97C9BAB75DBA}"/>
              </a:ext>
            </a:extLst>
          </p:cNvPr>
          <p:cNvCxnSpPr>
            <a:cxnSpLocks/>
          </p:cNvCxnSpPr>
          <p:nvPr/>
        </p:nvCxnSpPr>
        <p:spPr>
          <a:xfrm>
            <a:off x="7260435" y="3199177"/>
            <a:ext cx="37407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文本框 140">
                <a:extLst>
                  <a:ext uri="{FF2B5EF4-FFF2-40B4-BE49-F238E27FC236}">
                    <a16:creationId xmlns:a16="http://schemas.microsoft.com/office/drawing/2014/main" id="{E070FEF2-8263-13AC-3906-8B9292FF0A4C}"/>
                  </a:ext>
                </a:extLst>
              </p:cNvPr>
              <p:cNvSpPr txBox="1"/>
              <p:nvPr/>
            </p:nvSpPr>
            <p:spPr>
              <a:xfrm>
                <a:off x="6699324" y="2845234"/>
                <a:ext cx="10130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−0.3125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41" name="文本框 140">
                <a:extLst>
                  <a:ext uri="{FF2B5EF4-FFF2-40B4-BE49-F238E27FC236}">
                    <a16:creationId xmlns:a16="http://schemas.microsoft.com/office/drawing/2014/main" id="{E070FEF2-8263-13AC-3906-8B9292FF0A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9324" y="2845234"/>
                <a:ext cx="1013047" cy="33855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5" name="直接箭头连接符 144">
            <a:extLst>
              <a:ext uri="{FF2B5EF4-FFF2-40B4-BE49-F238E27FC236}">
                <a16:creationId xmlns:a16="http://schemas.microsoft.com/office/drawing/2014/main" id="{E0823254-F301-CD65-E555-08B3CEC2AF32}"/>
              </a:ext>
            </a:extLst>
          </p:cNvPr>
          <p:cNvCxnSpPr>
            <a:cxnSpLocks/>
            <a:endCxn id="60" idx="2"/>
          </p:cNvCxnSpPr>
          <p:nvPr/>
        </p:nvCxnSpPr>
        <p:spPr>
          <a:xfrm>
            <a:off x="8569685" y="3195141"/>
            <a:ext cx="340014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6" name="文本框 145">
                <a:extLst>
                  <a:ext uri="{FF2B5EF4-FFF2-40B4-BE49-F238E27FC236}">
                    <a16:creationId xmlns:a16="http://schemas.microsoft.com/office/drawing/2014/main" id="{B598AB92-5008-362A-A0B4-0824BD2B000C}"/>
                  </a:ext>
                </a:extLst>
              </p:cNvPr>
              <p:cNvSpPr txBox="1"/>
              <p:nvPr/>
            </p:nvSpPr>
            <p:spPr>
              <a:xfrm>
                <a:off x="8029100" y="2854214"/>
                <a:ext cx="10130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0.1875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46" name="文本框 145">
                <a:extLst>
                  <a:ext uri="{FF2B5EF4-FFF2-40B4-BE49-F238E27FC236}">
                    <a16:creationId xmlns:a16="http://schemas.microsoft.com/office/drawing/2014/main" id="{B598AB92-5008-362A-A0B4-0824BD2B00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9100" y="2854214"/>
                <a:ext cx="1013047" cy="33855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9" name="直接箭头连接符 148">
            <a:extLst>
              <a:ext uri="{FF2B5EF4-FFF2-40B4-BE49-F238E27FC236}">
                <a16:creationId xmlns:a16="http://schemas.microsoft.com/office/drawing/2014/main" id="{DC382D8F-2470-3AA6-601A-4362F8DDFBA5}"/>
              </a:ext>
            </a:extLst>
          </p:cNvPr>
          <p:cNvCxnSpPr>
            <a:cxnSpLocks/>
            <a:endCxn id="80" idx="2"/>
          </p:cNvCxnSpPr>
          <p:nvPr/>
        </p:nvCxnSpPr>
        <p:spPr>
          <a:xfrm flipV="1">
            <a:off x="9810816" y="3195141"/>
            <a:ext cx="374072" cy="403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0" name="文本框 149">
                <a:extLst>
                  <a:ext uri="{FF2B5EF4-FFF2-40B4-BE49-F238E27FC236}">
                    <a16:creationId xmlns:a16="http://schemas.microsoft.com/office/drawing/2014/main" id="{7DC00EB1-7989-8F92-4D50-AE85E6A36296}"/>
                  </a:ext>
                </a:extLst>
              </p:cNvPr>
              <p:cNvSpPr txBox="1"/>
              <p:nvPr/>
            </p:nvSpPr>
            <p:spPr>
              <a:xfrm>
                <a:off x="9340474" y="2860623"/>
                <a:ext cx="10130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−0.125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50" name="文本框 149">
                <a:extLst>
                  <a:ext uri="{FF2B5EF4-FFF2-40B4-BE49-F238E27FC236}">
                    <a16:creationId xmlns:a16="http://schemas.microsoft.com/office/drawing/2014/main" id="{7DC00EB1-7989-8F92-4D50-AE85E6A362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40474" y="2860623"/>
                <a:ext cx="1013047" cy="33855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2" name="直接连接符 151">
            <a:extLst>
              <a:ext uri="{FF2B5EF4-FFF2-40B4-BE49-F238E27FC236}">
                <a16:creationId xmlns:a16="http://schemas.microsoft.com/office/drawing/2014/main" id="{15C831AB-F410-3B85-77B7-E2496D3689AB}"/>
              </a:ext>
            </a:extLst>
          </p:cNvPr>
          <p:cNvCxnSpPr>
            <a:cxnSpLocks/>
            <a:endCxn id="106" idx="4"/>
          </p:cNvCxnSpPr>
          <p:nvPr/>
        </p:nvCxnSpPr>
        <p:spPr>
          <a:xfrm flipV="1">
            <a:off x="1445576" y="3382177"/>
            <a:ext cx="0" cy="60636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07058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432F09-7152-8338-82EE-4362B2A46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912F62-CC05-69A9-03D3-2EA4E900201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446933" y="6485156"/>
            <a:ext cx="745067" cy="365125"/>
          </a:xfrm>
        </p:spPr>
        <p:txBody>
          <a:bodyPr/>
          <a:lstStyle/>
          <a:p>
            <a:fld id="{B5356B1E-B159-40D5-AF70-1DC54B0D1CEA}" type="slidenum">
              <a:rPr lang="en-US" altLang="zh-CN" sz="1600" smtClean="0"/>
              <a:pPr/>
              <a:t>6</a:t>
            </a:fld>
            <a:endParaRPr lang="en-US" altLang="zh-CN" sz="160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3B37741-79CC-6E17-B487-6689E849DABC}"/>
              </a:ext>
            </a:extLst>
          </p:cNvPr>
          <p:cNvSpPr/>
          <p:nvPr/>
        </p:nvSpPr>
        <p:spPr>
          <a:xfrm>
            <a:off x="1887435" y="121301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E9632116-AE90-05CC-4268-21C45600860E}"/>
              </a:ext>
            </a:extLst>
          </p:cNvPr>
          <p:cNvSpPr/>
          <p:nvPr/>
        </p:nvSpPr>
        <p:spPr>
          <a:xfrm>
            <a:off x="2380758" y="1213015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ABF9FB8B-338E-847A-499D-5F32D0323119}"/>
              </a:ext>
            </a:extLst>
          </p:cNvPr>
          <p:cNvSpPr/>
          <p:nvPr/>
        </p:nvSpPr>
        <p:spPr>
          <a:xfrm>
            <a:off x="2907808" y="121301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A59E06A-9F4A-6594-8E32-4BAC6406E579}"/>
              </a:ext>
            </a:extLst>
          </p:cNvPr>
          <p:cNvSpPr txBox="1"/>
          <p:nvPr/>
        </p:nvSpPr>
        <p:spPr>
          <a:xfrm>
            <a:off x="3090683" y="257823"/>
            <a:ext cx="71747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L11, N = 8 FIR</a:t>
            </a:r>
            <a:r>
              <a:rPr lang="zh-CN" altLang="en-US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滤波器（脉动阵列）</a:t>
            </a:r>
          </a:p>
        </p:txBody>
      </p: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5F466D43-4575-B160-ECEE-52C44E77552D}"/>
              </a:ext>
            </a:extLst>
          </p:cNvPr>
          <p:cNvCxnSpPr>
            <a:cxnSpLocks/>
          </p:cNvCxnSpPr>
          <p:nvPr/>
        </p:nvCxnSpPr>
        <p:spPr>
          <a:xfrm>
            <a:off x="3555931" y="1406489"/>
            <a:ext cx="37407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矩形 7">
            <a:extLst>
              <a:ext uri="{FF2B5EF4-FFF2-40B4-BE49-F238E27FC236}">
                <a16:creationId xmlns:a16="http://schemas.microsoft.com/office/drawing/2014/main" id="{002FAE46-C64E-9C58-C18C-69EDEAFCFA44}"/>
              </a:ext>
            </a:extLst>
          </p:cNvPr>
          <p:cNvSpPr/>
          <p:nvPr/>
        </p:nvSpPr>
        <p:spPr>
          <a:xfrm>
            <a:off x="2006685" y="240173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1D55C619-AE3E-DAE2-85F0-5FFA5CA73D21}"/>
              </a:ext>
            </a:extLst>
          </p:cNvPr>
          <p:cNvCxnSpPr>
            <a:cxnSpLocks/>
            <a:stCxn id="8" idx="3"/>
            <a:endCxn id="20" idx="1"/>
          </p:cNvCxnSpPr>
          <p:nvPr/>
        </p:nvCxnSpPr>
        <p:spPr>
          <a:xfrm>
            <a:off x="2380758" y="2588772"/>
            <a:ext cx="70992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EE05BEBF-6A26-1336-58F3-5A12C1B4314A}"/>
              </a:ext>
            </a:extLst>
          </p:cNvPr>
          <p:cNvCxnSpPr>
            <a:cxnSpLocks/>
            <a:endCxn id="14" idx="0"/>
          </p:cNvCxnSpPr>
          <p:nvPr/>
        </p:nvCxnSpPr>
        <p:spPr>
          <a:xfrm>
            <a:off x="2720772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椭圆 13">
            <a:extLst>
              <a:ext uri="{FF2B5EF4-FFF2-40B4-BE49-F238E27FC236}">
                <a16:creationId xmlns:a16="http://schemas.microsoft.com/office/drawing/2014/main" id="{834425AA-0D3B-9496-0BD7-455C68D449F4}"/>
              </a:ext>
            </a:extLst>
          </p:cNvPr>
          <p:cNvSpPr/>
          <p:nvPr/>
        </p:nvSpPr>
        <p:spPr>
          <a:xfrm>
            <a:off x="2533735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E87CB47D-F127-5B29-7B54-CF468234CE6C}"/>
              </a:ext>
            </a:extLst>
          </p:cNvPr>
          <p:cNvCxnSpPr>
            <a:cxnSpLocks/>
            <a:stCxn id="14" idx="4"/>
            <a:endCxn id="17" idx="0"/>
          </p:cNvCxnSpPr>
          <p:nvPr/>
        </p:nvCxnSpPr>
        <p:spPr>
          <a:xfrm flipH="1">
            <a:off x="2720771" y="3382177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20AEE392-A6CD-5D81-FCF1-7C59547CFB7F}"/>
              </a:ext>
            </a:extLst>
          </p:cNvPr>
          <p:cNvSpPr/>
          <p:nvPr/>
        </p:nvSpPr>
        <p:spPr>
          <a:xfrm>
            <a:off x="2533734" y="3801508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22F123DF-D324-D407-EF33-AE2498557829}"/>
              </a:ext>
            </a:extLst>
          </p:cNvPr>
          <p:cNvCxnSpPr>
            <a:cxnSpLocks/>
            <a:stCxn id="17" idx="6"/>
            <a:endCxn id="27" idx="2"/>
          </p:cNvCxnSpPr>
          <p:nvPr/>
        </p:nvCxnSpPr>
        <p:spPr>
          <a:xfrm>
            <a:off x="2907807" y="3988545"/>
            <a:ext cx="901122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矩形 19">
            <a:extLst>
              <a:ext uri="{FF2B5EF4-FFF2-40B4-BE49-F238E27FC236}">
                <a16:creationId xmlns:a16="http://schemas.microsoft.com/office/drawing/2014/main" id="{069266CE-924A-8DB3-7344-800890B6BDFF}"/>
              </a:ext>
            </a:extLst>
          </p:cNvPr>
          <p:cNvSpPr/>
          <p:nvPr/>
        </p:nvSpPr>
        <p:spPr>
          <a:xfrm>
            <a:off x="3090683" y="2401735"/>
            <a:ext cx="531206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2D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DD64BE5A-474A-FCFC-9568-DA35B2BF43B3}"/>
              </a:ext>
            </a:extLst>
          </p:cNvPr>
          <p:cNvCxnSpPr>
            <a:cxnSpLocks/>
            <a:stCxn id="20" idx="3"/>
            <a:endCxn id="29" idx="1"/>
          </p:cNvCxnSpPr>
          <p:nvPr/>
        </p:nvCxnSpPr>
        <p:spPr>
          <a:xfrm>
            <a:off x="3621889" y="2588772"/>
            <a:ext cx="93518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428A4EA2-D078-BB8E-2F84-181DEA330FB0}"/>
              </a:ext>
            </a:extLst>
          </p:cNvPr>
          <p:cNvCxnSpPr>
            <a:cxnSpLocks/>
            <a:endCxn id="24" idx="0"/>
          </p:cNvCxnSpPr>
          <p:nvPr/>
        </p:nvCxnSpPr>
        <p:spPr>
          <a:xfrm>
            <a:off x="3995967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椭圆 23">
            <a:extLst>
              <a:ext uri="{FF2B5EF4-FFF2-40B4-BE49-F238E27FC236}">
                <a16:creationId xmlns:a16="http://schemas.microsoft.com/office/drawing/2014/main" id="{CF248739-6AAB-D3B5-396B-1E148BC1DBD3}"/>
              </a:ext>
            </a:extLst>
          </p:cNvPr>
          <p:cNvSpPr/>
          <p:nvPr/>
        </p:nvSpPr>
        <p:spPr>
          <a:xfrm>
            <a:off x="3808930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82E1ADCB-D37F-2EEC-0CA6-E72AAA4EC8C3}"/>
              </a:ext>
            </a:extLst>
          </p:cNvPr>
          <p:cNvCxnSpPr>
            <a:cxnSpLocks/>
            <a:stCxn id="24" idx="4"/>
            <a:endCxn id="27" idx="0"/>
          </p:cNvCxnSpPr>
          <p:nvPr/>
        </p:nvCxnSpPr>
        <p:spPr>
          <a:xfrm flipH="1">
            <a:off x="3995966" y="3382177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椭圆 26">
            <a:extLst>
              <a:ext uri="{FF2B5EF4-FFF2-40B4-BE49-F238E27FC236}">
                <a16:creationId xmlns:a16="http://schemas.microsoft.com/office/drawing/2014/main" id="{9C92D61B-A591-DF69-43A0-0284C4632D9B}"/>
              </a:ext>
            </a:extLst>
          </p:cNvPr>
          <p:cNvSpPr/>
          <p:nvPr/>
        </p:nvSpPr>
        <p:spPr>
          <a:xfrm>
            <a:off x="3808929" y="3801508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8" name="直接箭头连接符 27">
            <a:extLst>
              <a:ext uri="{FF2B5EF4-FFF2-40B4-BE49-F238E27FC236}">
                <a16:creationId xmlns:a16="http://schemas.microsoft.com/office/drawing/2014/main" id="{C0B612BD-3CF3-BB4B-AF4F-C87B4B810489}"/>
              </a:ext>
            </a:extLst>
          </p:cNvPr>
          <p:cNvCxnSpPr>
            <a:cxnSpLocks/>
            <a:stCxn id="27" idx="6"/>
            <a:endCxn id="34" idx="2"/>
          </p:cNvCxnSpPr>
          <p:nvPr/>
        </p:nvCxnSpPr>
        <p:spPr>
          <a:xfrm>
            <a:off x="4183002" y="3988545"/>
            <a:ext cx="90112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矩形 28">
            <a:extLst>
              <a:ext uri="{FF2B5EF4-FFF2-40B4-BE49-F238E27FC236}">
                <a16:creationId xmlns:a16="http://schemas.microsoft.com/office/drawing/2014/main" id="{44373F53-9F6C-8789-834A-69D5844CD1FE}"/>
              </a:ext>
            </a:extLst>
          </p:cNvPr>
          <p:cNvSpPr/>
          <p:nvPr/>
        </p:nvSpPr>
        <p:spPr>
          <a:xfrm>
            <a:off x="4557074" y="240173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993D35A6-8710-5C4F-C31D-85F0DFFAC8B2}"/>
              </a:ext>
            </a:extLst>
          </p:cNvPr>
          <p:cNvCxnSpPr>
            <a:cxnSpLocks/>
            <a:stCxn id="29" idx="3"/>
            <a:endCxn id="36" idx="1"/>
          </p:cNvCxnSpPr>
          <p:nvPr/>
        </p:nvCxnSpPr>
        <p:spPr>
          <a:xfrm>
            <a:off x="4931147" y="2588772"/>
            <a:ext cx="71408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D7D80117-056B-CE7D-F1F7-F79AE1062F41}"/>
              </a:ext>
            </a:extLst>
          </p:cNvPr>
          <p:cNvCxnSpPr>
            <a:cxnSpLocks/>
            <a:endCxn id="32" idx="0"/>
          </p:cNvCxnSpPr>
          <p:nvPr/>
        </p:nvCxnSpPr>
        <p:spPr>
          <a:xfrm>
            <a:off x="5271161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椭圆 31">
            <a:extLst>
              <a:ext uri="{FF2B5EF4-FFF2-40B4-BE49-F238E27FC236}">
                <a16:creationId xmlns:a16="http://schemas.microsoft.com/office/drawing/2014/main" id="{B90D2275-12F7-3AFE-102B-BECE3CC5A148}"/>
              </a:ext>
            </a:extLst>
          </p:cNvPr>
          <p:cNvSpPr/>
          <p:nvPr/>
        </p:nvSpPr>
        <p:spPr>
          <a:xfrm>
            <a:off x="5084124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915972C1-89F0-B9FB-1BB9-59E60068AC75}"/>
              </a:ext>
            </a:extLst>
          </p:cNvPr>
          <p:cNvCxnSpPr>
            <a:cxnSpLocks/>
            <a:stCxn id="32" idx="4"/>
            <a:endCxn id="34" idx="0"/>
          </p:cNvCxnSpPr>
          <p:nvPr/>
        </p:nvCxnSpPr>
        <p:spPr>
          <a:xfrm flipH="1">
            <a:off x="5271160" y="3382177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椭圆 33">
            <a:extLst>
              <a:ext uri="{FF2B5EF4-FFF2-40B4-BE49-F238E27FC236}">
                <a16:creationId xmlns:a16="http://schemas.microsoft.com/office/drawing/2014/main" id="{91BCB556-9CB1-A82D-DDC3-7B7E20CE1D7E}"/>
              </a:ext>
            </a:extLst>
          </p:cNvPr>
          <p:cNvSpPr/>
          <p:nvPr/>
        </p:nvSpPr>
        <p:spPr>
          <a:xfrm>
            <a:off x="5084123" y="3801508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FA89EB99-F0E3-2470-8930-C6AD0F19B219}"/>
              </a:ext>
            </a:extLst>
          </p:cNvPr>
          <p:cNvCxnSpPr>
            <a:cxnSpLocks/>
            <a:stCxn id="34" idx="6"/>
            <a:endCxn id="41" idx="2"/>
          </p:cNvCxnSpPr>
          <p:nvPr/>
        </p:nvCxnSpPr>
        <p:spPr>
          <a:xfrm>
            <a:off x="5458196" y="3988545"/>
            <a:ext cx="90112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 35">
            <a:extLst>
              <a:ext uri="{FF2B5EF4-FFF2-40B4-BE49-F238E27FC236}">
                <a16:creationId xmlns:a16="http://schemas.microsoft.com/office/drawing/2014/main" id="{9D60EE34-E89A-ECDB-93DC-BADE36432970}"/>
              </a:ext>
            </a:extLst>
          </p:cNvPr>
          <p:cNvSpPr/>
          <p:nvPr/>
        </p:nvSpPr>
        <p:spPr>
          <a:xfrm>
            <a:off x="5645236" y="2401735"/>
            <a:ext cx="561095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2D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CAC11894-B5EE-C841-40F3-2DB873387E60}"/>
              </a:ext>
            </a:extLst>
          </p:cNvPr>
          <p:cNvCxnSpPr>
            <a:cxnSpLocks/>
            <a:stCxn id="36" idx="3"/>
            <a:endCxn id="43" idx="1"/>
          </p:cNvCxnSpPr>
          <p:nvPr/>
        </p:nvCxnSpPr>
        <p:spPr>
          <a:xfrm>
            <a:off x="6206331" y="2588772"/>
            <a:ext cx="90112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31A11CBA-3B2E-B101-A5F8-EB154B49531C}"/>
              </a:ext>
            </a:extLst>
          </p:cNvPr>
          <p:cNvCxnSpPr>
            <a:cxnSpLocks/>
            <a:endCxn id="39" idx="0"/>
          </p:cNvCxnSpPr>
          <p:nvPr/>
        </p:nvCxnSpPr>
        <p:spPr>
          <a:xfrm>
            <a:off x="6546354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椭圆 38">
            <a:extLst>
              <a:ext uri="{FF2B5EF4-FFF2-40B4-BE49-F238E27FC236}">
                <a16:creationId xmlns:a16="http://schemas.microsoft.com/office/drawing/2014/main" id="{BEFEE157-2907-49BD-166E-95110F03A798}"/>
              </a:ext>
            </a:extLst>
          </p:cNvPr>
          <p:cNvSpPr/>
          <p:nvPr/>
        </p:nvSpPr>
        <p:spPr>
          <a:xfrm>
            <a:off x="6359317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EB015A2E-867C-7347-E8DC-9E00F61A7EC5}"/>
              </a:ext>
            </a:extLst>
          </p:cNvPr>
          <p:cNvCxnSpPr>
            <a:cxnSpLocks/>
            <a:stCxn id="39" idx="4"/>
            <a:endCxn id="41" idx="0"/>
          </p:cNvCxnSpPr>
          <p:nvPr/>
        </p:nvCxnSpPr>
        <p:spPr>
          <a:xfrm flipH="1">
            <a:off x="6546353" y="3382177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椭圆 40">
            <a:extLst>
              <a:ext uri="{FF2B5EF4-FFF2-40B4-BE49-F238E27FC236}">
                <a16:creationId xmlns:a16="http://schemas.microsoft.com/office/drawing/2014/main" id="{5F15C518-1F78-0C73-C0F0-B09F248FD990}"/>
              </a:ext>
            </a:extLst>
          </p:cNvPr>
          <p:cNvSpPr/>
          <p:nvPr/>
        </p:nvSpPr>
        <p:spPr>
          <a:xfrm>
            <a:off x="6359316" y="3801508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510A1952-AFC7-04D0-FB27-86F5849E0B63}"/>
              </a:ext>
            </a:extLst>
          </p:cNvPr>
          <p:cNvCxnSpPr>
            <a:cxnSpLocks/>
            <a:stCxn id="41" idx="6"/>
            <a:endCxn id="55" idx="2"/>
          </p:cNvCxnSpPr>
          <p:nvPr/>
        </p:nvCxnSpPr>
        <p:spPr>
          <a:xfrm>
            <a:off x="6733389" y="3988545"/>
            <a:ext cx="90111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685421A4-C494-1BAE-AEE5-FD52F8978DD3}"/>
              </a:ext>
            </a:extLst>
          </p:cNvPr>
          <p:cNvSpPr/>
          <p:nvPr/>
        </p:nvSpPr>
        <p:spPr>
          <a:xfrm>
            <a:off x="7107459" y="240173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20810D7C-825B-0A5B-8923-E526D8B40768}"/>
              </a:ext>
            </a:extLst>
          </p:cNvPr>
          <p:cNvCxnSpPr>
            <a:cxnSpLocks/>
            <a:stCxn id="43" idx="3"/>
            <a:endCxn id="57" idx="1"/>
          </p:cNvCxnSpPr>
          <p:nvPr/>
        </p:nvCxnSpPr>
        <p:spPr>
          <a:xfrm>
            <a:off x="7481532" y="2588772"/>
            <a:ext cx="71408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箭头连接符 44">
            <a:extLst>
              <a:ext uri="{FF2B5EF4-FFF2-40B4-BE49-F238E27FC236}">
                <a16:creationId xmlns:a16="http://schemas.microsoft.com/office/drawing/2014/main" id="{56C05CF6-4D0D-9703-1FDF-8F8E258F1210}"/>
              </a:ext>
            </a:extLst>
          </p:cNvPr>
          <p:cNvCxnSpPr>
            <a:cxnSpLocks/>
            <a:endCxn id="53" idx="0"/>
          </p:cNvCxnSpPr>
          <p:nvPr/>
        </p:nvCxnSpPr>
        <p:spPr>
          <a:xfrm>
            <a:off x="7821546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椭圆 52">
            <a:extLst>
              <a:ext uri="{FF2B5EF4-FFF2-40B4-BE49-F238E27FC236}">
                <a16:creationId xmlns:a16="http://schemas.microsoft.com/office/drawing/2014/main" id="{1FFE6D1D-3F3B-2F65-EEFE-9F9C469A9FFC}"/>
              </a:ext>
            </a:extLst>
          </p:cNvPr>
          <p:cNvSpPr/>
          <p:nvPr/>
        </p:nvSpPr>
        <p:spPr>
          <a:xfrm>
            <a:off x="7634509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B1984F85-BD14-7618-668E-C3477D331AE4}"/>
              </a:ext>
            </a:extLst>
          </p:cNvPr>
          <p:cNvCxnSpPr>
            <a:cxnSpLocks/>
            <a:stCxn id="53" idx="4"/>
            <a:endCxn id="55" idx="0"/>
          </p:cNvCxnSpPr>
          <p:nvPr/>
        </p:nvCxnSpPr>
        <p:spPr>
          <a:xfrm flipH="1">
            <a:off x="7821545" y="3382177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椭圆 54">
            <a:extLst>
              <a:ext uri="{FF2B5EF4-FFF2-40B4-BE49-F238E27FC236}">
                <a16:creationId xmlns:a16="http://schemas.microsoft.com/office/drawing/2014/main" id="{B120C776-D93D-4FAD-CB8A-D41FBC77A7B6}"/>
              </a:ext>
            </a:extLst>
          </p:cNvPr>
          <p:cNvSpPr/>
          <p:nvPr/>
        </p:nvSpPr>
        <p:spPr>
          <a:xfrm>
            <a:off x="7634508" y="3801508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3A842F39-7EC8-9B7B-CF68-75D87F14CCCB}"/>
              </a:ext>
            </a:extLst>
          </p:cNvPr>
          <p:cNvCxnSpPr>
            <a:cxnSpLocks/>
            <a:stCxn id="55" idx="6"/>
            <a:endCxn id="69" idx="2"/>
          </p:cNvCxnSpPr>
          <p:nvPr/>
        </p:nvCxnSpPr>
        <p:spPr>
          <a:xfrm>
            <a:off x="8008581" y="3988545"/>
            <a:ext cx="901117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矩形 56">
            <a:extLst>
              <a:ext uri="{FF2B5EF4-FFF2-40B4-BE49-F238E27FC236}">
                <a16:creationId xmlns:a16="http://schemas.microsoft.com/office/drawing/2014/main" id="{59984DD3-B17C-DB32-56E9-AD39E931EAD3}"/>
              </a:ext>
            </a:extLst>
          </p:cNvPr>
          <p:cNvSpPr/>
          <p:nvPr/>
        </p:nvSpPr>
        <p:spPr>
          <a:xfrm>
            <a:off x="8195621" y="2401735"/>
            <a:ext cx="561102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2D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58" name="直接箭头连接符 57">
            <a:extLst>
              <a:ext uri="{FF2B5EF4-FFF2-40B4-BE49-F238E27FC236}">
                <a16:creationId xmlns:a16="http://schemas.microsoft.com/office/drawing/2014/main" id="{5673E982-025D-66DC-DF18-6680582D8FF4}"/>
              </a:ext>
            </a:extLst>
          </p:cNvPr>
          <p:cNvCxnSpPr>
            <a:cxnSpLocks/>
            <a:stCxn id="57" idx="3"/>
            <a:endCxn id="71" idx="1"/>
          </p:cNvCxnSpPr>
          <p:nvPr/>
        </p:nvCxnSpPr>
        <p:spPr>
          <a:xfrm>
            <a:off x="8756723" y="2588772"/>
            <a:ext cx="90111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469A830D-2F82-CC2C-6456-70794FA92045}"/>
              </a:ext>
            </a:extLst>
          </p:cNvPr>
          <p:cNvCxnSpPr>
            <a:cxnSpLocks/>
            <a:endCxn id="60" idx="0"/>
          </p:cNvCxnSpPr>
          <p:nvPr/>
        </p:nvCxnSpPr>
        <p:spPr>
          <a:xfrm>
            <a:off x="9096736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椭圆 59">
            <a:extLst>
              <a:ext uri="{FF2B5EF4-FFF2-40B4-BE49-F238E27FC236}">
                <a16:creationId xmlns:a16="http://schemas.microsoft.com/office/drawing/2014/main" id="{829784EC-54ED-8507-02EA-0C091F1020F1}"/>
              </a:ext>
            </a:extLst>
          </p:cNvPr>
          <p:cNvSpPr/>
          <p:nvPr/>
        </p:nvSpPr>
        <p:spPr>
          <a:xfrm>
            <a:off x="8909699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A5AA6A23-898E-0843-3C88-1496712D392B}"/>
              </a:ext>
            </a:extLst>
          </p:cNvPr>
          <p:cNvCxnSpPr>
            <a:cxnSpLocks/>
            <a:stCxn id="60" idx="4"/>
            <a:endCxn id="69" idx="0"/>
          </p:cNvCxnSpPr>
          <p:nvPr/>
        </p:nvCxnSpPr>
        <p:spPr>
          <a:xfrm flipH="1">
            <a:off x="9096735" y="3382177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椭圆 68">
            <a:extLst>
              <a:ext uri="{FF2B5EF4-FFF2-40B4-BE49-F238E27FC236}">
                <a16:creationId xmlns:a16="http://schemas.microsoft.com/office/drawing/2014/main" id="{59C78123-A874-A9E7-1D44-C2A045FB97E2}"/>
              </a:ext>
            </a:extLst>
          </p:cNvPr>
          <p:cNvSpPr/>
          <p:nvPr/>
        </p:nvSpPr>
        <p:spPr>
          <a:xfrm>
            <a:off x="8909698" y="3801508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70" name="直接箭头连接符 69">
            <a:extLst>
              <a:ext uri="{FF2B5EF4-FFF2-40B4-BE49-F238E27FC236}">
                <a16:creationId xmlns:a16="http://schemas.microsoft.com/office/drawing/2014/main" id="{122C03D4-62F1-CC67-CC64-8A4C580934CC}"/>
              </a:ext>
            </a:extLst>
          </p:cNvPr>
          <p:cNvCxnSpPr>
            <a:cxnSpLocks/>
            <a:stCxn id="69" idx="6"/>
            <a:endCxn id="89" idx="2"/>
          </p:cNvCxnSpPr>
          <p:nvPr/>
        </p:nvCxnSpPr>
        <p:spPr>
          <a:xfrm>
            <a:off x="9283771" y="3988545"/>
            <a:ext cx="901116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矩形 70">
            <a:extLst>
              <a:ext uri="{FF2B5EF4-FFF2-40B4-BE49-F238E27FC236}">
                <a16:creationId xmlns:a16="http://schemas.microsoft.com/office/drawing/2014/main" id="{75E6A770-6F0D-382B-1960-D64566F8DC6A}"/>
              </a:ext>
            </a:extLst>
          </p:cNvPr>
          <p:cNvSpPr/>
          <p:nvPr/>
        </p:nvSpPr>
        <p:spPr>
          <a:xfrm>
            <a:off x="9657838" y="240173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79" name="直接箭头连接符 78">
            <a:extLst>
              <a:ext uri="{FF2B5EF4-FFF2-40B4-BE49-F238E27FC236}">
                <a16:creationId xmlns:a16="http://schemas.microsoft.com/office/drawing/2014/main" id="{3EEDDF98-0050-CECA-DED3-B9BD303F73DF}"/>
              </a:ext>
            </a:extLst>
          </p:cNvPr>
          <p:cNvCxnSpPr>
            <a:cxnSpLocks/>
            <a:endCxn id="80" idx="0"/>
          </p:cNvCxnSpPr>
          <p:nvPr/>
        </p:nvCxnSpPr>
        <p:spPr>
          <a:xfrm>
            <a:off x="10371925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椭圆 79">
            <a:extLst>
              <a:ext uri="{FF2B5EF4-FFF2-40B4-BE49-F238E27FC236}">
                <a16:creationId xmlns:a16="http://schemas.microsoft.com/office/drawing/2014/main" id="{0C142B60-C8B1-6405-E7DF-D98FD1E0DE97}"/>
              </a:ext>
            </a:extLst>
          </p:cNvPr>
          <p:cNvSpPr/>
          <p:nvPr/>
        </p:nvSpPr>
        <p:spPr>
          <a:xfrm>
            <a:off x="10184888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8" name="直接箭头连接符 87">
            <a:extLst>
              <a:ext uri="{FF2B5EF4-FFF2-40B4-BE49-F238E27FC236}">
                <a16:creationId xmlns:a16="http://schemas.microsoft.com/office/drawing/2014/main" id="{4BD4E134-DB56-0211-BF88-F4B65D84953B}"/>
              </a:ext>
            </a:extLst>
          </p:cNvPr>
          <p:cNvCxnSpPr>
            <a:cxnSpLocks/>
            <a:stCxn id="80" idx="4"/>
            <a:endCxn id="89" idx="0"/>
          </p:cNvCxnSpPr>
          <p:nvPr/>
        </p:nvCxnSpPr>
        <p:spPr>
          <a:xfrm flipH="1">
            <a:off x="10371924" y="3382177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椭圆 88">
            <a:extLst>
              <a:ext uri="{FF2B5EF4-FFF2-40B4-BE49-F238E27FC236}">
                <a16:creationId xmlns:a16="http://schemas.microsoft.com/office/drawing/2014/main" id="{214FE04F-248D-7AB7-9BCD-5BA17F5B8325}"/>
              </a:ext>
            </a:extLst>
          </p:cNvPr>
          <p:cNvSpPr/>
          <p:nvPr/>
        </p:nvSpPr>
        <p:spPr>
          <a:xfrm>
            <a:off x="10184887" y="3801508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7" name="直接箭头连接符 96">
            <a:extLst>
              <a:ext uri="{FF2B5EF4-FFF2-40B4-BE49-F238E27FC236}">
                <a16:creationId xmlns:a16="http://schemas.microsoft.com/office/drawing/2014/main" id="{1DDA856A-8B97-ECE7-D7BC-D602094E9CAD}"/>
              </a:ext>
            </a:extLst>
          </p:cNvPr>
          <p:cNvCxnSpPr>
            <a:cxnSpLocks/>
            <a:stCxn id="89" idx="6"/>
          </p:cNvCxnSpPr>
          <p:nvPr/>
        </p:nvCxnSpPr>
        <p:spPr>
          <a:xfrm>
            <a:off x="10558960" y="3988545"/>
            <a:ext cx="901122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直接箭头连接符 97">
            <a:extLst>
              <a:ext uri="{FF2B5EF4-FFF2-40B4-BE49-F238E27FC236}">
                <a16:creationId xmlns:a16="http://schemas.microsoft.com/office/drawing/2014/main" id="{073F2AF8-2F9D-9593-FDDC-9C2BBD4A41E6}"/>
              </a:ext>
            </a:extLst>
          </p:cNvPr>
          <p:cNvCxnSpPr>
            <a:cxnSpLocks/>
            <a:endCxn id="8" idx="1"/>
          </p:cNvCxnSpPr>
          <p:nvPr/>
        </p:nvCxnSpPr>
        <p:spPr>
          <a:xfrm>
            <a:off x="1105562" y="2588772"/>
            <a:ext cx="90112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直接箭头连接符 99">
            <a:extLst>
              <a:ext uri="{FF2B5EF4-FFF2-40B4-BE49-F238E27FC236}">
                <a16:creationId xmlns:a16="http://schemas.microsoft.com/office/drawing/2014/main" id="{14661496-7570-B00C-B7E1-A8FF882C647C}"/>
              </a:ext>
            </a:extLst>
          </p:cNvPr>
          <p:cNvCxnSpPr>
            <a:cxnSpLocks/>
            <a:endCxn id="106" idx="0"/>
          </p:cNvCxnSpPr>
          <p:nvPr/>
        </p:nvCxnSpPr>
        <p:spPr>
          <a:xfrm>
            <a:off x="1445576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椭圆 105">
            <a:extLst>
              <a:ext uri="{FF2B5EF4-FFF2-40B4-BE49-F238E27FC236}">
                <a16:creationId xmlns:a16="http://schemas.microsoft.com/office/drawing/2014/main" id="{BAFD3BBF-2E3A-DA24-0523-425D4B6C12B1}"/>
              </a:ext>
            </a:extLst>
          </p:cNvPr>
          <p:cNvSpPr/>
          <p:nvPr/>
        </p:nvSpPr>
        <p:spPr>
          <a:xfrm>
            <a:off x="1258539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07" name="直接箭头连接符 106">
            <a:extLst>
              <a:ext uri="{FF2B5EF4-FFF2-40B4-BE49-F238E27FC236}">
                <a16:creationId xmlns:a16="http://schemas.microsoft.com/office/drawing/2014/main" id="{9AB335A7-9D5E-7707-8703-DC289E996EFE}"/>
              </a:ext>
            </a:extLst>
          </p:cNvPr>
          <p:cNvCxnSpPr>
            <a:cxnSpLocks/>
            <a:endCxn id="17" idx="2"/>
          </p:cNvCxnSpPr>
          <p:nvPr/>
        </p:nvCxnSpPr>
        <p:spPr>
          <a:xfrm>
            <a:off x="1445575" y="3988545"/>
            <a:ext cx="108815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文本框 107">
                <a:extLst>
                  <a:ext uri="{FF2B5EF4-FFF2-40B4-BE49-F238E27FC236}">
                    <a16:creationId xmlns:a16="http://schemas.microsoft.com/office/drawing/2014/main" id="{32D1CDBD-3723-A424-26E3-57699D418F65}"/>
                  </a:ext>
                </a:extLst>
              </p:cNvPr>
              <p:cNvSpPr txBox="1"/>
              <p:nvPr/>
            </p:nvSpPr>
            <p:spPr>
              <a:xfrm>
                <a:off x="416099" y="2375698"/>
                <a:ext cx="74892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altLang="zh-CN" sz="2000" dirty="0"/>
              </a:p>
            </p:txBody>
          </p:sp>
        </mc:Choice>
        <mc:Fallback xmlns="">
          <p:sp>
            <p:nvSpPr>
              <p:cNvPr id="108" name="文本框 107">
                <a:extLst>
                  <a:ext uri="{FF2B5EF4-FFF2-40B4-BE49-F238E27FC236}">
                    <a16:creationId xmlns:a16="http://schemas.microsoft.com/office/drawing/2014/main" id="{32D1CDBD-3723-A424-26E3-57699D418F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099" y="2375698"/>
                <a:ext cx="748923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5" name="文本框 114">
                <a:extLst>
                  <a:ext uri="{FF2B5EF4-FFF2-40B4-BE49-F238E27FC236}">
                    <a16:creationId xmlns:a16="http://schemas.microsoft.com/office/drawing/2014/main" id="{8FA8A389-0A54-74C3-A73B-E291CDBBD6AA}"/>
                  </a:ext>
                </a:extLst>
              </p:cNvPr>
              <p:cNvSpPr txBox="1"/>
              <p:nvPr/>
            </p:nvSpPr>
            <p:spPr>
              <a:xfrm>
                <a:off x="11382215" y="3775471"/>
                <a:ext cx="73520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altLang="zh-CN" sz="2000" dirty="0"/>
              </a:p>
            </p:txBody>
          </p:sp>
        </mc:Choice>
        <mc:Fallback xmlns="">
          <p:sp>
            <p:nvSpPr>
              <p:cNvPr id="115" name="文本框 114">
                <a:extLst>
                  <a:ext uri="{FF2B5EF4-FFF2-40B4-BE49-F238E27FC236}">
                    <a16:creationId xmlns:a16="http://schemas.microsoft.com/office/drawing/2014/main" id="{8FA8A389-0A54-74C3-A73B-E291CDBBD6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82215" y="3775471"/>
                <a:ext cx="735201" cy="400110"/>
              </a:xfrm>
              <a:prstGeom prst="rect">
                <a:avLst/>
              </a:prstGeom>
              <a:blipFill>
                <a:blip r:embed="rId4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6" name="直接连接符 115">
            <a:extLst>
              <a:ext uri="{FF2B5EF4-FFF2-40B4-BE49-F238E27FC236}">
                <a16:creationId xmlns:a16="http://schemas.microsoft.com/office/drawing/2014/main" id="{3CC9D57F-D03C-A906-FB80-30CBC8A169E7}"/>
              </a:ext>
            </a:extLst>
          </p:cNvPr>
          <p:cNvCxnSpPr>
            <a:cxnSpLocks/>
            <a:stCxn id="71" idx="3"/>
          </p:cNvCxnSpPr>
          <p:nvPr/>
        </p:nvCxnSpPr>
        <p:spPr>
          <a:xfrm flipV="1">
            <a:off x="10031911" y="2588771"/>
            <a:ext cx="340012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直接箭头连接符 118">
            <a:extLst>
              <a:ext uri="{FF2B5EF4-FFF2-40B4-BE49-F238E27FC236}">
                <a16:creationId xmlns:a16="http://schemas.microsoft.com/office/drawing/2014/main" id="{2EA81498-79D7-836F-4AA6-1A2D27F438E0}"/>
              </a:ext>
            </a:extLst>
          </p:cNvPr>
          <p:cNvCxnSpPr>
            <a:cxnSpLocks/>
            <a:endCxn id="106" idx="2"/>
          </p:cNvCxnSpPr>
          <p:nvPr/>
        </p:nvCxnSpPr>
        <p:spPr>
          <a:xfrm>
            <a:off x="905933" y="3195141"/>
            <a:ext cx="352606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1" name="文本框 120">
                <a:extLst>
                  <a:ext uri="{FF2B5EF4-FFF2-40B4-BE49-F238E27FC236}">
                    <a16:creationId xmlns:a16="http://schemas.microsoft.com/office/drawing/2014/main" id="{33F07C35-8CF5-1618-1A2F-888EF9FF12AC}"/>
                  </a:ext>
                </a:extLst>
              </p:cNvPr>
              <p:cNvSpPr txBox="1"/>
              <p:nvPr/>
            </p:nvSpPr>
            <p:spPr>
              <a:xfrm>
                <a:off x="246578" y="2848562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0.96875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21" name="文本框 120">
                <a:extLst>
                  <a:ext uri="{FF2B5EF4-FFF2-40B4-BE49-F238E27FC236}">
                    <a16:creationId xmlns:a16="http://schemas.microsoft.com/office/drawing/2014/main" id="{33F07C35-8CF5-1618-1A2F-888EF9FF12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578" y="2848562"/>
                <a:ext cx="965200" cy="3385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2" name="直接箭头连接符 121">
            <a:extLst>
              <a:ext uri="{FF2B5EF4-FFF2-40B4-BE49-F238E27FC236}">
                <a16:creationId xmlns:a16="http://schemas.microsoft.com/office/drawing/2014/main" id="{297B8B64-B851-8590-DDF8-1D2130EEB381}"/>
              </a:ext>
            </a:extLst>
          </p:cNvPr>
          <p:cNvCxnSpPr>
            <a:cxnSpLocks/>
            <a:endCxn id="14" idx="2"/>
          </p:cNvCxnSpPr>
          <p:nvPr/>
        </p:nvCxnSpPr>
        <p:spPr>
          <a:xfrm>
            <a:off x="2261508" y="3195141"/>
            <a:ext cx="272227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文本框 122">
                <a:extLst>
                  <a:ext uri="{FF2B5EF4-FFF2-40B4-BE49-F238E27FC236}">
                    <a16:creationId xmlns:a16="http://schemas.microsoft.com/office/drawing/2014/main" id="{CC6F23CC-113D-B0DE-2772-34EB02B7C0B0}"/>
                  </a:ext>
                </a:extLst>
              </p:cNvPr>
              <p:cNvSpPr txBox="1"/>
              <p:nvPr/>
            </p:nvSpPr>
            <p:spPr>
              <a:xfrm>
                <a:off x="1639685" y="2861057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0.875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23" name="文本框 122">
                <a:extLst>
                  <a:ext uri="{FF2B5EF4-FFF2-40B4-BE49-F238E27FC236}">
                    <a16:creationId xmlns:a16="http://schemas.microsoft.com/office/drawing/2014/main" id="{CC6F23CC-113D-B0DE-2772-34EB02B7C0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9685" y="2861057"/>
                <a:ext cx="965200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5" name="直接箭头连接符 124">
            <a:extLst>
              <a:ext uri="{FF2B5EF4-FFF2-40B4-BE49-F238E27FC236}">
                <a16:creationId xmlns:a16="http://schemas.microsoft.com/office/drawing/2014/main" id="{44A74069-586B-471F-5E30-66C24DF3B0B2}"/>
              </a:ext>
            </a:extLst>
          </p:cNvPr>
          <p:cNvCxnSpPr>
            <a:cxnSpLocks/>
            <a:endCxn id="24" idx="2"/>
          </p:cNvCxnSpPr>
          <p:nvPr/>
        </p:nvCxnSpPr>
        <p:spPr>
          <a:xfrm>
            <a:off x="3434851" y="3195139"/>
            <a:ext cx="374079" cy="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6" name="文本框 125">
                <a:extLst>
                  <a:ext uri="{FF2B5EF4-FFF2-40B4-BE49-F238E27FC236}">
                    <a16:creationId xmlns:a16="http://schemas.microsoft.com/office/drawing/2014/main" id="{89EE0A15-2429-C92E-5416-E2FD89D2346F}"/>
                  </a:ext>
                </a:extLst>
              </p:cNvPr>
              <p:cNvSpPr txBox="1"/>
              <p:nvPr/>
            </p:nvSpPr>
            <p:spPr>
              <a:xfrm>
                <a:off x="2872233" y="2845234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0.65625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26" name="文本框 125">
                <a:extLst>
                  <a:ext uri="{FF2B5EF4-FFF2-40B4-BE49-F238E27FC236}">
                    <a16:creationId xmlns:a16="http://schemas.microsoft.com/office/drawing/2014/main" id="{89EE0A15-2429-C92E-5416-E2FD89D234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2233" y="2845234"/>
                <a:ext cx="965200" cy="3385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9" name="直接箭头连接符 128">
            <a:extLst>
              <a:ext uri="{FF2B5EF4-FFF2-40B4-BE49-F238E27FC236}">
                <a16:creationId xmlns:a16="http://schemas.microsoft.com/office/drawing/2014/main" id="{281A91BF-F577-C043-F5E8-F00AA087BF68}"/>
              </a:ext>
            </a:extLst>
          </p:cNvPr>
          <p:cNvCxnSpPr>
            <a:cxnSpLocks/>
          </p:cNvCxnSpPr>
          <p:nvPr/>
        </p:nvCxnSpPr>
        <p:spPr>
          <a:xfrm>
            <a:off x="4710050" y="3195139"/>
            <a:ext cx="37407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文本框 129">
                <a:extLst>
                  <a:ext uri="{FF2B5EF4-FFF2-40B4-BE49-F238E27FC236}">
                    <a16:creationId xmlns:a16="http://schemas.microsoft.com/office/drawing/2014/main" id="{0BA80193-F4C1-00D1-A80D-1ED4567C0FFF}"/>
                  </a:ext>
                </a:extLst>
              </p:cNvPr>
              <p:cNvSpPr txBox="1"/>
              <p:nvPr/>
            </p:nvSpPr>
            <p:spPr>
              <a:xfrm>
                <a:off x="4133644" y="2854214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0.5625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30" name="文本框 129">
                <a:extLst>
                  <a:ext uri="{FF2B5EF4-FFF2-40B4-BE49-F238E27FC236}">
                    <a16:creationId xmlns:a16="http://schemas.microsoft.com/office/drawing/2014/main" id="{0BA80193-F4C1-00D1-A80D-1ED4567C0F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3644" y="2854214"/>
                <a:ext cx="965200" cy="33855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3" name="直接箭头连接符 132">
            <a:extLst>
              <a:ext uri="{FF2B5EF4-FFF2-40B4-BE49-F238E27FC236}">
                <a16:creationId xmlns:a16="http://schemas.microsoft.com/office/drawing/2014/main" id="{B5C77E8B-FF41-A90F-5559-628661BC6244}"/>
              </a:ext>
            </a:extLst>
          </p:cNvPr>
          <p:cNvCxnSpPr>
            <a:cxnSpLocks/>
            <a:endCxn id="39" idx="2"/>
          </p:cNvCxnSpPr>
          <p:nvPr/>
        </p:nvCxnSpPr>
        <p:spPr>
          <a:xfrm flipV="1">
            <a:off x="5985243" y="3195141"/>
            <a:ext cx="374074" cy="64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4" name="文本框 133">
                <a:extLst>
                  <a:ext uri="{FF2B5EF4-FFF2-40B4-BE49-F238E27FC236}">
                    <a16:creationId xmlns:a16="http://schemas.microsoft.com/office/drawing/2014/main" id="{5EC85674-ECB0-D1B7-E00C-D90CC7A7C6FF}"/>
                  </a:ext>
                </a:extLst>
              </p:cNvPr>
              <p:cNvSpPr txBox="1"/>
              <p:nvPr/>
            </p:nvSpPr>
            <p:spPr>
              <a:xfrm>
                <a:off x="5551713" y="2854214"/>
                <a:ext cx="90111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0.375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34" name="文本框 133">
                <a:extLst>
                  <a:ext uri="{FF2B5EF4-FFF2-40B4-BE49-F238E27FC236}">
                    <a16:creationId xmlns:a16="http://schemas.microsoft.com/office/drawing/2014/main" id="{5EC85674-ECB0-D1B7-E00C-D90CC7A7C6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1713" y="2854214"/>
                <a:ext cx="901118" cy="33855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9" name="直接箭头连接符 138">
            <a:extLst>
              <a:ext uri="{FF2B5EF4-FFF2-40B4-BE49-F238E27FC236}">
                <a16:creationId xmlns:a16="http://schemas.microsoft.com/office/drawing/2014/main" id="{8E26E191-CA33-CC8E-349F-8AA3142117DC}"/>
              </a:ext>
            </a:extLst>
          </p:cNvPr>
          <p:cNvCxnSpPr>
            <a:cxnSpLocks/>
          </p:cNvCxnSpPr>
          <p:nvPr/>
        </p:nvCxnSpPr>
        <p:spPr>
          <a:xfrm>
            <a:off x="7260435" y="3199177"/>
            <a:ext cx="37407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文本框 140">
                <a:extLst>
                  <a:ext uri="{FF2B5EF4-FFF2-40B4-BE49-F238E27FC236}">
                    <a16:creationId xmlns:a16="http://schemas.microsoft.com/office/drawing/2014/main" id="{1ABBFF64-5843-6C13-B1A9-5120C042729F}"/>
                  </a:ext>
                </a:extLst>
              </p:cNvPr>
              <p:cNvSpPr txBox="1"/>
              <p:nvPr/>
            </p:nvSpPr>
            <p:spPr>
              <a:xfrm>
                <a:off x="6699324" y="2845234"/>
                <a:ext cx="10130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−0.3125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41" name="文本框 140">
                <a:extLst>
                  <a:ext uri="{FF2B5EF4-FFF2-40B4-BE49-F238E27FC236}">
                    <a16:creationId xmlns:a16="http://schemas.microsoft.com/office/drawing/2014/main" id="{1ABBFF64-5843-6C13-B1A9-5120C04272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9324" y="2845234"/>
                <a:ext cx="1013047" cy="33855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5" name="直接箭头连接符 144">
            <a:extLst>
              <a:ext uri="{FF2B5EF4-FFF2-40B4-BE49-F238E27FC236}">
                <a16:creationId xmlns:a16="http://schemas.microsoft.com/office/drawing/2014/main" id="{3FD19F0D-5398-52A3-1824-DB3A211F2369}"/>
              </a:ext>
            </a:extLst>
          </p:cNvPr>
          <p:cNvCxnSpPr>
            <a:cxnSpLocks/>
            <a:endCxn id="60" idx="2"/>
          </p:cNvCxnSpPr>
          <p:nvPr/>
        </p:nvCxnSpPr>
        <p:spPr>
          <a:xfrm>
            <a:off x="8569685" y="3195141"/>
            <a:ext cx="340014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6" name="文本框 145">
                <a:extLst>
                  <a:ext uri="{FF2B5EF4-FFF2-40B4-BE49-F238E27FC236}">
                    <a16:creationId xmlns:a16="http://schemas.microsoft.com/office/drawing/2014/main" id="{70B3CCD6-F4AF-9FC6-5C23-977F1BEAA5C4}"/>
                  </a:ext>
                </a:extLst>
              </p:cNvPr>
              <p:cNvSpPr txBox="1"/>
              <p:nvPr/>
            </p:nvSpPr>
            <p:spPr>
              <a:xfrm>
                <a:off x="8029100" y="2854214"/>
                <a:ext cx="10130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0.1875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46" name="文本框 145">
                <a:extLst>
                  <a:ext uri="{FF2B5EF4-FFF2-40B4-BE49-F238E27FC236}">
                    <a16:creationId xmlns:a16="http://schemas.microsoft.com/office/drawing/2014/main" id="{70B3CCD6-F4AF-9FC6-5C23-977F1BEAA5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9100" y="2854214"/>
                <a:ext cx="1013047" cy="33855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9" name="直接箭头连接符 148">
            <a:extLst>
              <a:ext uri="{FF2B5EF4-FFF2-40B4-BE49-F238E27FC236}">
                <a16:creationId xmlns:a16="http://schemas.microsoft.com/office/drawing/2014/main" id="{AC66BBF0-BAB5-544F-E74E-2B18E98A5F37}"/>
              </a:ext>
            </a:extLst>
          </p:cNvPr>
          <p:cNvCxnSpPr>
            <a:cxnSpLocks/>
            <a:endCxn id="80" idx="2"/>
          </p:cNvCxnSpPr>
          <p:nvPr/>
        </p:nvCxnSpPr>
        <p:spPr>
          <a:xfrm flipV="1">
            <a:off x="9810816" y="3195141"/>
            <a:ext cx="374072" cy="403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0" name="文本框 149">
                <a:extLst>
                  <a:ext uri="{FF2B5EF4-FFF2-40B4-BE49-F238E27FC236}">
                    <a16:creationId xmlns:a16="http://schemas.microsoft.com/office/drawing/2014/main" id="{86C2FEC0-0401-1754-FE2B-533EA0524389}"/>
                  </a:ext>
                </a:extLst>
              </p:cNvPr>
              <p:cNvSpPr txBox="1"/>
              <p:nvPr/>
            </p:nvSpPr>
            <p:spPr>
              <a:xfrm>
                <a:off x="9340474" y="2860623"/>
                <a:ext cx="10130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−0.125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50" name="文本框 149">
                <a:extLst>
                  <a:ext uri="{FF2B5EF4-FFF2-40B4-BE49-F238E27FC236}">
                    <a16:creationId xmlns:a16="http://schemas.microsoft.com/office/drawing/2014/main" id="{86C2FEC0-0401-1754-FE2B-533EA05243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40474" y="2860623"/>
                <a:ext cx="1013047" cy="33855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2" name="直接连接符 151">
            <a:extLst>
              <a:ext uri="{FF2B5EF4-FFF2-40B4-BE49-F238E27FC236}">
                <a16:creationId xmlns:a16="http://schemas.microsoft.com/office/drawing/2014/main" id="{DE5C309A-78A7-9F14-1C60-17BB1C00DF61}"/>
              </a:ext>
            </a:extLst>
          </p:cNvPr>
          <p:cNvCxnSpPr>
            <a:cxnSpLocks/>
            <a:endCxn id="106" idx="4"/>
          </p:cNvCxnSpPr>
          <p:nvPr/>
        </p:nvCxnSpPr>
        <p:spPr>
          <a:xfrm flipV="1">
            <a:off x="1445576" y="3382177"/>
            <a:ext cx="0" cy="60636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741449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540</TotalTime>
  <Words>750</Words>
  <Application>Microsoft Office PowerPoint</Application>
  <PresentationFormat>宽屏</PresentationFormat>
  <Paragraphs>262</Paragraphs>
  <Slides>6</Slides>
  <Notes>6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5" baseType="lpstr">
      <vt:lpstr>等线</vt:lpstr>
      <vt:lpstr>等线 Light</vt:lpstr>
      <vt:lpstr>微软雅黑</vt:lpstr>
      <vt:lpstr>Arial</vt:lpstr>
      <vt:lpstr>Calibri</vt:lpstr>
      <vt:lpstr>Cambria Math</vt:lpstr>
      <vt:lpstr>Times New Roman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舜钦 蔡</dc:creator>
  <cp:lastModifiedBy>峻 冯</cp:lastModifiedBy>
  <cp:revision>52</cp:revision>
  <dcterms:created xsi:type="dcterms:W3CDTF">2025-06-26T01:35:28Z</dcterms:created>
  <dcterms:modified xsi:type="dcterms:W3CDTF">2026-04-18T11:18:27Z</dcterms:modified>
</cp:coreProperties>
</file>